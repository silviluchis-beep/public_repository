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Lst>
  <p:sldSz cx="12192000" cy="6858000"/>
  <p:notesSz cx="6858000" cy="9144000"/>
  <p:defaultText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ADF1"/>
    <a:srgbClr val="FD0B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1F7200-BDA3-447A-ACA3-97498760CBD3}" v="68" dt="2025-11-16T12:03:44.8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34" autoAdjust="0"/>
    <p:restoredTop sz="96247" autoAdjust="0"/>
  </p:normalViewPr>
  <p:slideViewPr>
    <p:cSldViewPr snapToGrid="0">
      <p:cViewPr varScale="1">
        <p:scale>
          <a:sx n="98" d="100"/>
          <a:sy n="98" d="100"/>
        </p:scale>
        <p:origin x="1068"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spinosa Granados Silvia Leticia" userId="67ffa95f-d70e-4e80-883b-14bf2acd1245" providerId="ADAL" clId="{04FEF557-D399-4E3D-A3E0-5BCEC03D85D6}"/>
    <pc:docChg chg="undo custSel addSld modSld">
      <pc:chgData name="Espinosa Granados Silvia Leticia" userId="67ffa95f-d70e-4e80-883b-14bf2acd1245" providerId="ADAL" clId="{04FEF557-D399-4E3D-A3E0-5BCEC03D85D6}" dt="2025-11-16T12:06:27.621" v="2337" actId="1076"/>
      <pc:docMkLst>
        <pc:docMk/>
      </pc:docMkLst>
      <pc:sldChg chg="addSp delSp modSp mod">
        <pc:chgData name="Espinosa Granados Silvia Leticia" userId="67ffa95f-d70e-4e80-883b-14bf2acd1245" providerId="ADAL" clId="{04FEF557-D399-4E3D-A3E0-5BCEC03D85D6}" dt="2025-11-16T12:06:27.621" v="2337" actId="1076"/>
        <pc:sldMkLst>
          <pc:docMk/>
          <pc:sldMk cId="42968780" sldId="256"/>
        </pc:sldMkLst>
        <pc:spChg chg="mod">
          <ac:chgData name="Espinosa Granados Silvia Leticia" userId="67ffa95f-d70e-4e80-883b-14bf2acd1245" providerId="ADAL" clId="{04FEF557-D399-4E3D-A3E0-5BCEC03D85D6}" dt="2025-11-14T21:50:57.305" v="1531" actId="1076"/>
          <ac:spMkLst>
            <pc:docMk/>
            <pc:sldMk cId="42968780" sldId="256"/>
            <ac:spMk id="4" creationId="{CC91CD60-0E6F-539A-5FB7-C026B4E85512}"/>
          </ac:spMkLst>
        </pc:spChg>
        <pc:spChg chg="mod">
          <ac:chgData name="Espinosa Granados Silvia Leticia" userId="67ffa95f-d70e-4e80-883b-14bf2acd1245" providerId="ADAL" clId="{04FEF557-D399-4E3D-A3E0-5BCEC03D85D6}" dt="2025-11-14T21:50:57.305" v="1531" actId="1076"/>
          <ac:spMkLst>
            <pc:docMk/>
            <pc:sldMk cId="42968780" sldId="256"/>
            <ac:spMk id="5" creationId="{B1041817-7321-62B8-7389-6926E4EE3FDF}"/>
          </ac:spMkLst>
        </pc:spChg>
        <pc:spChg chg="add mod">
          <ac:chgData name="Espinosa Granados Silvia Leticia" userId="67ffa95f-d70e-4e80-883b-14bf2acd1245" providerId="ADAL" clId="{04FEF557-D399-4E3D-A3E0-5BCEC03D85D6}" dt="2025-11-16T11:29:52.217" v="1999" actId="14100"/>
          <ac:spMkLst>
            <pc:docMk/>
            <pc:sldMk cId="42968780" sldId="256"/>
            <ac:spMk id="6" creationId="{4B2FFA3A-749B-9FB2-0763-C0B574640FBF}"/>
          </ac:spMkLst>
        </pc:spChg>
        <pc:spChg chg="add del mod">
          <ac:chgData name="Espinosa Granados Silvia Leticia" userId="67ffa95f-d70e-4e80-883b-14bf2acd1245" providerId="ADAL" clId="{04FEF557-D399-4E3D-A3E0-5BCEC03D85D6}" dt="2025-11-16T11:02:35.538" v="1722" actId="478"/>
          <ac:spMkLst>
            <pc:docMk/>
            <pc:sldMk cId="42968780" sldId="256"/>
            <ac:spMk id="10" creationId="{75D5BB62-6A87-D50B-C4E9-6D3F63361BFD}"/>
          </ac:spMkLst>
        </pc:spChg>
        <pc:spChg chg="add del mod">
          <ac:chgData name="Espinosa Granados Silvia Leticia" userId="67ffa95f-d70e-4e80-883b-14bf2acd1245" providerId="ADAL" clId="{04FEF557-D399-4E3D-A3E0-5BCEC03D85D6}" dt="2025-11-16T11:17:30.706" v="1835" actId="478"/>
          <ac:spMkLst>
            <pc:docMk/>
            <pc:sldMk cId="42968780" sldId="256"/>
            <ac:spMk id="14" creationId="{F86D87EF-D19F-9600-FC62-3500B6291894}"/>
          </ac:spMkLst>
        </pc:spChg>
        <pc:spChg chg="add del mod">
          <ac:chgData name="Espinosa Granados Silvia Leticia" userId="67ffa95f-d70e-4e80-883b-14bf2acd1245" providerId="ADAL" clId="{04FEF557-D399-4E3D-A3E0-5BCEC03D85D6}" dt="2025-11-16T11:19:46.112" v="1853" actId="478"/>
          <ac:spMkLst>
            <pc:docMk/>
            <pc:sldMk cId="42968780" sldId="256"/>
            <ac:spMk id="19" creationId="{DF558B17-1262-8A23-DA31-7BCCB2BBA354}"/>
          </ac:spMkLst>
        </pc:spChg>
        <pc:spChg chg="add del mod">
          <ac:chgData name="Espinosa Granados Silvia Leticia" userId="67ffa95f-d70e-4e80-883b-14bf2acd1245" providerId="ADAL" clId="{04FEF557-D399-4E3D-A3E0-5BCEC03D85D6}" dt="2025-11-16T11:19:43.416" v="1852" actId="478"/>
          <ac:spMkLst>
            <pc:docMk/>
            <pc:sldMk cId="42968780" sldId="256"/>
            <ac:spMk id="20" creationId="{BE849B92-596B-530D-C214-C957EB2834E9}"/>
          </ac:spMkLst>
        </pc:spChg>
        <pc:spChg chg="add mod">
          <ac:chgData name="Espinosa Granados Silvia Leticia" userId="67ffa95f-d70e-4e80-883b-14bf2acd1245" providerId="ADAL" clId="{04FEF557-D399-4E3D-A3E0-5BCEC03D85D6}" dt="2025-11-16T11:28:02.777" v="1984" actId="1076"/>
          <ac:spMkLst>
            <pc:docMk/>
            <pc:sldMk cId="42968780" sldId="256"/>
            <ac:spMk id="28" creationId="{85877CE8-BCAF-6FB0-3380-DD7E4A764662}"/>
          </ac:spMkLst>
        </pc:spChg>
        <pc:spChg chg="add del">
          <ac:chgData name="Espinosa Granados Silvia Leticia" userId="67ffa95f-d70e-4e80-883b-14bf2acd1245" providerId="ADAL" clId="{04FEF557-D399-4E3D-A3E0-5BCEC03D85D6}" dt="2025-11-16T11:26:59.978" v="1953" actId="478"/>
          <ac:spMkLst>
            <pc:docMk/>
            <pc:sldMk cId="42968780" sldId="256"/>
            <ac:spMk id="29" creationId="{CF906F38-65B5-9EF4-7560-18089BCB300C}"/>
          </ac:spMkLst>
        </pc:spChg>
        <pc:spChg chg="add mod">
          <ac:chgData name="Espinosa Granados Silvia Leticia" userId="67ffa95f-d70e-4e80-883b-14bf2acd1245" providerId="ADAL" clId="{04FEF557-D399-4E3D-A3E0-5BCEC03D85D6}" dt="2025-11-16T11:30:35.019" v="2006" actId="208"/>
          <ac:spMkLst>
            <pc:docMk/>
            <pc:sldMk cId="42968780" sldId="256"/>
            <ac:spMk id="37" creationId="{C598C294-0BB6-B498-33FB-0E8663F5EA37}"/>
          </ac:spMkLst>
        </pc:spChg>
        <pc:spChg chg="add mod">
          <ac:chgData name="Espinosa Granados Silvia Leticia" userId="67ffa95f-d70e-4e80-883b-14bf2acd1245" providerId="ADAL" clId="{04FEF557-D399-4E3D-A3E0-5BCEC03D85D6}" dt="2025-11-16T11:39:50.342" v="2075" actId="1076"/>
          <ac:spMkLst>
            <pc:docMk/>
            <pc:sldMk cId="42968780" sldId="256"/>
            <ac:spMk id="43" creationId="{6BA3ED4F-6B8E-12B5-403B-8D35D54A95FA}"/>
          </ac:spMkLst>
        </pc:spChg>
        <pc:spChg chg="add del mod">
          <ac:chgData name="Espinosa Granados Silvia Leticia" userId="67ffa95f-d70e-4e80-883b-14bf2acd1245" providerId="ADAL" clId="{04FEF557-D399-4E3D-A3E0-5BCEC03D85D6}" dt="2025-11-16T11:38:49.772" v="2055" actId="478"/>
          <ac:spMkLst>
            <pc:docMk/>
            <pc:sldMk cId="42968780" sldId="256"/>
            <ac:spMk id="44" creationId="{1655D467-BD38-5313-FE9A-E03F9E2D9A77}"/>
          </ac:spMkLst>
        </pc:spChg>
        <pc:spChg chg="add del mod">
          <ac:chgData name="Espinosa Granados Silvia Leticia" userId="67ffa95f-d70e-4e80-883b-14bf2acd1245" providerId="ADAL" clId="{04FEF557-D399-4E3D-A3E0-5BCEC03D85D6}" dt="2025-11-16T11:59:43.832" v="2298" actId="478"/>
          <ac:spMkLst>
            <pc:docMk/>
            <pc:sldMk cId="42968780" sldId="256"/>
            <ac:spMk id="45" creationId="{F79E349B-88E7-BB1B-5C35-6D8ACC111D3A}"/>
          </ac:spMkLst>
        </pc:spChg>
        <pc:spChg chg="add del mod">
          <ac:chgData name="Espinosa Granados Silvia Leticia" userId="67ffa95f-d70e-4e80-883b-14bf2acd1245" providerId="ADAL" clId="{04FEF557-D399-4E3D-A3E0-5BCEC03D85D6}" dt="2025-11-16T11:41:58.735" v="2097" actId="478"/>
          <ac:spMkLst>
            <pc:docMk/>
            <pc:sldMk cId="42968780" sldId="256"/>
            <ac:spMk id="47" creationId="{499868D5-EA53-CA28-DFE9-EE1B5004F988}"/>
          </ac:spMkLst>
        </pc:spChg>
        <pc:spChg chg="add del mod">
          <ac:chgData name="Espinosa Granados Silvia Leticia" userId="67ffa95f-d70e-4e80-883b-14bf2acd1245" providerId="ADAL" clId="{04FEF557-D399-4E3D-A3E0-5BCEC03D85D6}" dt="2025-11-16T11:54:45.549" v="2105" actId="478"/>
          <ac:spMkLst>
            <pc:docMk/>
            <pc:sldMk cId="42968780" sldId="256"/>
            <ac:spMk id="48" creationId="{746F8313-3752-4AFF-9339-64043135039C}"/>
          </ac:spMkLst>
        </pc:spChg>
        <pc:spChg chg="add del mod">
          <ac:chgData name="Espinosa Granados Silvia Leticia" userId="67ffa95f-d70e-4e80-883b-14bf2acd1245" providerId="ADAL" clId="{04FEF557-D399-4E3D-A3E0-5BCEC03D85D6}" dt="2025-11-16T11:54:51.141" v="2107" actId="478"/>
          <ac:spMkLst>
            <pc:docMk/>
            <pc:sldMk cId="42968780" sldId="256"/>
            <ac:spMk id="49" creationId="{2F339FD2-A95B-64E3-4ABE-90008A9C54A6}"/>
          </ac:spMkLst>
        </pc:spChg>
        <pc:spChg chg="add del mod">
          <ac:chgData name="Espinosa Granados Silvia Leticia" userId="67ffa95f-d70e-4e80-883b-14bf2acd1245" providerId="ADAL" clId="{04FEF557-D399-4E3D-A3E0-5BCEC03D85D6}" dt="2025-11-16T11:54:58.001" v="2109" actId="478"/>
          <ac:spMkLst>
            <pc:docMk/>
            <pc:sldMk cId="42968780" sldId="256"/>
            <ac:spMk id="50" creationId="{50DB8DB1-2B70-98F4-F589-433FB180DDB2}"/>
          </ac:spMkLst>
        </pc:spChg>
        <pc:spChg chg="add mod">
          <ac:chgData name="Espinosa Granados Silvia Leticia" userId="67ffa95f-d70e-4e80-883b-14bf2acd1245" providerId="ADAL" clId="{04FEF557-D399-4E3D-A3E0-5BCEC03D85D6}" dt="2025-11-16T11:59:25.828" v="2295" actId="1076"/>
          <ac:spMkLst>
            <pc:docMk/>
            <pc:sldMk cId="42968780" sldId="256"/>
            <ac:spMk id="51" creationId="{C5485753-2164-3C16-999D-EABE827C5EC5}"/>
          </ac:spMkLst>
        </pc:spChg>
        <pc:spChg chg="add mod">
          <ac:chgData name="Espinosa Granados Silvia Leticia" userId="67ffa95f-d70e-4e80-883b-14bf2acd1245" providerId="ADAL" clId="{04FEF557-D399-4E3D-A3E0-5BCEC03D85D6}" dt="2025-11-16T11:59:11.553" v="2293" actId="1076"/>
          <ac:spMkLst>
            <pc:docMk/>
            <pc:sldMk cId="42968780" sldId="256"/>
            <ac:spMk id="52" creationId="{59E00593-0BFA-9FDD-0328-A69BC9725CE4}"/>
          </ac:spMkLst>
        </pc:spChg>
        <pc:spChg chg="add mod">
          <ac:chgData name="Espinosa Granados Silvia Leticia" userId="67ffa95f-d70e-4e80-883b-14bf2acd1245" providerId="ADAL" clId="{04FEF557-D399-4E3D-A3E0-5BCEC03D85D6}" dt="2025-11-16T12:04:24.576" v="2336" actId="208"/>
          <ac:spMkLst>
            <pc:docMk/>
            <pc:sldMk cId="42968780" sldId="256"/>
            <ac:spMk id="2116" creationId="{416115F5-8C67-F599-640C-F3884FF34B0B}"/>
          </ac:spMkLst>
        </pc:spChg>
        <pc:spChg chg="mod">
          <ac:chgData name="Espinosa Granados Silvia Leticia" userId="67ffa95f-d70e-4e80-883b-14bf2acd1245" providerId="ADAL" clId="{04FEF557-D399-4E3D-A3E0-5BCEC03D85D6}" dt="2025-11-14T20:03:19.970" v="897" actId="1076"/>
          <ac:spMkLst>
            <pc:docMk/>
            <pc:sldMk cId="42968780" sldId="256"/>
            <ac:spMk id="2117" creationId="{FDC45F14-E68A-6736-6832-629BC34ACF3D}"/>
          </ac:spMkLst>
        </pc:spChg>
        <pc:spChg chg="mod">
          <ac:chgData name="Espinosa Granados Silvia Leticia" userId="67ffa95f-d70e-4e80-883b-14bf2acd1245" providerId="ADAL" clId="{04FEF557-D399-4E3D-A3E0-5BCEC03D85D6}" dt="2025-11-14T21:50:34.275" v="1528" actId="1076"/>
          <ac:spMkLst>
            <pc:docMk/>
            <pc:sldMk cId="42968780" sldId="256"/>
            <ac:spMk id="2119" creationId="{5AF08196-60B1-B668-BF17-DA936D5F50B4}"/>
          </ac:spMkLst>
        </pc:spChg>
        <pc:spChg chg="mod">
          <ac:chgData name="Espinosa Granados Silvia Leticia" userId="67ffa95f-d70e-4e80-883b-14bf2acd1245" providerId="ADAL" clId="{04FEF557-D399-4E3D-A3E0-5BCEC03D85D6}" dt="2025-11-16T11:29:14.560" v="1994" actId="1076"/>
          <ac:spMkLst>
            <pc:docMk/>
            <pc:sldMk cId="42968780" sldId="256"/>
            <ac:spMk id="2130" creationId="{472E5440-C292-010C-4779-5FE368299EA8}"/>
          </ac:spMkLst>
        </pc:spChg>
        <pc:spChg chg="mod">
          <ac:chgData name="Espinosa Granados Silvia Leticia" userId="67ffa95f-d70e-4e80-883b-14bf2acd1245" providerId="ADAL" clId="{04FEF557-D399-4E3D-A3E0-5BCEC03D85D6}" dt="2025-11-16T11:24:16.674" v="1924" actId="1076"/>
          <ac:spMkLst>
            <pc:docMk/>
            <pc:sldMk cId="42968780" sldId="256"/>
            <ac:spMk id="2140" creationId="{8689D3B2-0A05-3C36-87B4-110133E0D49A}"/>
          </ac:spMkLst>
        </pc:spChg>
        <pc:spChg chg="mod">
          <ac:chgData name="Espinosa Granados Silvia Leticia" userId="67ffa95f-d70e-4e80-883b-14bf2acd1245" providerId="ADAL" clId="{04FEF557-D399-4E3D-A3E0-5BCEC03D85D6}" dt="2025-11-16T11:37:55.413" v="2030" actId="1076"/>
          <ac:spMkLst>
            <pc:docMk/>
            <pc:sldMk cId="42968780" sldId="256"/>
            <ac:spMk id="2141" creationId="{FFADE21C-F004-BECF-7112-1FC53839D820}"/>
          </ac:spMkLst>
        </pc:spChg>
        <pc:spChg chg="mod">
          <ac:chgData name="Espinosa Granados Silvia Leticia" userId="67ffa95f-d70e-4e80-883b-14bf2acd1245" providerId="ADAL" clId="{04FEF557-D399-4E3D-A3E0-5BCEC03D85D6}" dt="2025-11-16T11:22:50.813" v="1902" actId="1076"/>
          <ac:spMkLst>
            <pc:docMk/>
            <pc:sldMk cId="42968780" sldId="256"/>
            <ac:spMk id="2150" creationId="{99B1B6D0-C4C9-E639-46C8-ABC12C2B72F6}"/>
          </ac:spMkLst>
        </pc:spChg>
        <pc:spChg chg="mod">
          <ac:chgData name="Espinosa Granados Silvia Leticia" userId="67ffa95f-d70e-4e80-883b-14bf2acd1245" providerId="ADAL" clId="{04FEF557-D399-4E3D-A3E0-5BCEC03D85D6}" dt="2025-11-16T11:26:40.765" v="1950" actId="1076"/>
          <ac:spMkLst>
            <pc:docMk/>
            <pc:sldMk cId="42968780" sldId="256"/>
            <ac:spMk id="2156" creationId="{41FB4219-EFDD-164B-B074-B87FD1075C31}"/>
          </ac:spMkLst>
        </pc:spChg>
        <pc:spChg chg="mod">
          <ac:chgData name="Espinosa Granados Silvia Leticia" userId="67ffa95f-d70e-4e80-883b-14bf2acd1245" providerId="ADAL" clId="{04FEF557-D399-4E3D-A3E0-5BCEC03D85D6}" dt="2025-11-16T11:22:45.761" v="1900" actId="1076"/>
          <ac:spMkLst>
            <pc:docMk/>
            <pc:sldMk cId="42968780" sldId="256"/>
            <ac:spMk id="2158" creationId="{870CBE93-FEEE-1FF0-6E98-2163251D1090}"/>
          </ac:spMkLst>
        </pc:spChg>
        <pc:spChg chg="mod">
          <ac:chgData name="Espinosa Granados Silvia Leticia" userId="67ffa95f-d70e-4e80-883b-14bf2acd1245" providerId="ADAL" clId="{04FEF557-D399-4E3D-A3E0-5BCEC03D85D6}" dt="2025-11-16T11:04:45.415" v="1739" actId="1076"/>
          <ac:spMkLst>
            <pc:docMk/>
            <pc:sldMk cId="42968780" sldId="256"/>
            <ac:spMk id="2159" creationId="{CCB984DA-F0EE-74A4-A080-92341CCCCEF8}"/>
          </ac:spMkLst>
        </pc:spChg>
        <pc:spChg chg="mod">
          <ac:chgData name="Espinosa Granados Silvia Leticia" userId="67ffa95f-d70e-4e80-883b-14bf2acd1245" providerId="ADAL" clId="{04FEF557-D399-4E3D-A3E0-5BCEC03D85D6}" dt="2025-11-14T16:36:32.280" v="555" actId="6549"/>
          <ac:spMkLst>
            <pc:docMk/>
            <pc:sldMk cId="42968780" sldId="256"/>
            <ac:spMk id="2160" creationId="{01E8D011-5417-9A42-39C2-86A03AE5C945}"/>
          </ac:spMkLst>
        </pc:spChg>
        <pc:spChg chg="add mod">
          <ac:chgData name="Espinosa Granados Silvia Leticia" userId="67ffa95f-d70e-4e80-883b-14bf2acd1245" providerId="ADAL" clId="{04FEF557-D399-4E3D-A3E0-5BCEC03D85D6}" dt="2025-11-16T11:24:47.934" v="1931" actId="1076"/>
          <ac:spMkLst>
            <pc:docMk/>
            <pc:sldMk cId="42968780" sldId="256"/>
            <ac:spMk id="2161" creationId="{230D6DC1-3272-7BBE-51E9-1CCD2B46F0B2}"/>
          </ac:spMkLst>
        </pc:spChg>
        <pc:spChg chg="add mod ord">
          <ac:chgData name="Espinosa Granados Silvia Leticia" userId="67ffa95f-d70e-4e80-883b-14bf2acd1245" providerId="ADAL" clId="{04FEF557-D399-4E3D-A3E0-5BCEC03D85D6}" dt="2025-11-14T21:50:57.305" v="1531" actId="1076"/>
          <ac:spMkLst>
            <pc:docMk/>
            <pc:sldMk cId="42968780" sldId="256"/>
            <ac:spMk id="2166" creationId="{6904168B-F1A6-6133-1048-946711B20A56}"/>
          </ac:spMkLst>
        </pc:spChg>
        <pc:spChg chg="add mod">
          <ac:chgData name="Espinosa Granados Silvia Leticia" userId="67ffa95f-d70e-4e80-883b-14bf2acd1245" providerId="ADAL" clId="{04FEF557-D399-4E3D-A3E0-5BCEC03D85D6}" dt="2025-11-16T11:37:53.068" v="2029" actId="1076"/>
          <ac:spMkLst>
            <pc:docMk/>
            <pc:sldMk cId="42968780" sldId="256"/>
            <ac:spMk id="2171" creationId="{48A82D64-9E08-DFB7-19F8-C71F76C8BE4D}"/>
          </ac:spMkLst>
        </pc:spChg>
        <pc:spChg chg="add mod">
          <ac:chgData name="Espinosa Granados Silvia Leticia" userId="67ffa95f-d70e-4e80-883b-14bf2acd1245" providerId="ADAL" clId="{04FEF557-D399-4E3D-A3E0-5BCEC03D85D6}" dt="2025-11-16T11:59:56.237" v="2300" actId="1076"/>
          <ac:spMkLst>
            <pc:docMk/>
            <pc:sldMk cId="42968780" sldId="256"/>
            <ac:spMk id="2175" creationId="{CE746FC1-FA4E-4309-4B55-C9DF3F9A32F2}"/>
          </ac:spMkLst>
        </pc:spChg>
        <pc:spChg chg="add mod">
          <ac:chgData name="Espinosa Granados Silvia Leticia" userId="67ffa95f-d70e-4e80-883b-14bf2acd1245" providerId="ADAL" clId="{04FEF557-D399-4E3D-A3E0-5BCEC03D85D6}" dt="2025-11-16T11:22:48.070" v="1901" actId="1076"/>
          <ac:spMkLst>
            <pc:docMk/>
            <pc:sldMk cId="42968780" sldId="256"/>
            <ac:spMk id="2178" creationId="{86254E18-CDE4-10B5-2ED7-1492CC0FB851}"/>
          </ac:spMkLst>
        </pc:spChg>
        <pc:spChg chg="add del mod">
          <ac:chgData name="Espinosa Granados Silvia Leticia" userId="67ffa95f-d70e-4e80-883b-14bf2acd1245" providerId="ADAL" clId="{04FEF557-D399-4E3D-A3E0-5BCEC03D85D6}" dt="2025-11-16T10:48:37.098" v="1614" actId="478"/>
          <ac:spMkLst>
            <pc:docMk/>
            <pc:sldMk cId="42968780" sldId="256"/>
            <ac:spMk id="2186" creationId="{5E6DD776-1D73-F1B0-DBC0-6C14EA2801E6}"/>
          </ac:spMkLst>
        </pc:spChg>
        <pc:spChg chg="add mod">
          <ac:chgData name="Espinosa Granados Silvia Leticia" userId="67ffa95f-d70e-4e80-883b-14bf2acd1245" providerId="ADAL" clId="{04FEF557-D399-4E3D-A3E0-5BCEC03D85D6}" dt="2025-11-16T11:11:14.424" v="1798" actId="1076"/>
          <ac:spMkLst>
            <pc:docMk/>
            <pc:sldMk cId="42968780" sldId="256"/>
            <ac:spMk id="2198" creationId="{082C5D1D-2C3C-F65E-374C-996EC40D55EF}"/>
          </ac:spMkLst>
        </pc:spChg>
        <pc:spChg chg="add mod">
          <ac:chgData name="Espinosa Granados Silvia Leticia" userId="67ffa95f-d70e-4e80-883b-14bf2acd1245" providerId="ADAL" clId="{04FEF557-D399-4E3D-A3E0-5BCEC03D85D6}" dt="2025-11-16T12:03:34.908" v="2328" actId="1076"/>
          <ac:spMkLst>
            <pc:docMk/>
            <pc:sldMk cId="42968780" sldId="256"/>
            <ac:spMk id="2202" creationId="{97D2D335-D2BE-A26C-1CA6-DC772909EBB0}"/>
          </ac:spMkLst>
        </pc:spChg>
        <pc:spChg chg="add del mod">
          <ac:chgData name="Espinosa Granados Silvia Leticia" userId="67ffa95f-d70e-4e80-883b-14bf2acd1245" providerId="ADAL" clId="{04FEF557-D399-4E3D-A3E0-5BCEC03D85D6}" dt="2025-11-16T11:24:04.370" v="1923" actId="478"/>
          <ac:spMkLst>
            <pc:docMk/>
            <pc:sldMk cId="42968780" sldId="256"/>
            <ac:spMk id="2211" creationId="{920F2BAF-9583-B72B-62E8-6D5968D25F55}"/>
          </ac:spMkLst>
        </pc:spChg>
        <pc:spChg chg="add mod">
          <ac:chgData name="Espinosa Granados Silvia Leticia" userId="67ffa95f-d70e-4e80-883b-14bf2acd1245" providerId="ADAL" clId="{04FEF557-D399-4E3D-A3E0-5BCEC03D85D6}" dt="2025-11-16T11:29:11.370" v="1993" actId="1076"/>
          <ac:spMkLst>
            <pc:docMk/>
            <pc:sldMk cId="42968780" sldId="256"/>
            <ac:spMk id="2223" creationId="{8F200A11-B0EB-0D66-0933-2D40B7FF93DF}"/>
          </ac:spMkLst>
        </pc:spChg>
        <pc:spChg chg="add mod">
          <ac:chgData name="Espinosa Granados Silvia Leticia" userId="67ffa95f-d70e-4e80-883b-14bf2acd1245" providerId="ADAL" clId="{04FEF557-D399-4E3D-A3E0-5BCEC03D85D6}" dt="2025-11-16T11:42:25.147" v="2099" actId="1076"/>
          <ac:spMkLst>
            <pc:docMk/>
            <pc:sldMk cId="42968780" sldId="256"/>
            <ac:spMk id="2224" creationId="{749F13ED-C070-9BC1-9B02-A703980F0395}"/>
          </ac:spMkLst>
        </pc:spChg>
        <pc:spChg chg="add mod">
          <ac:chgData name="Espinosa Granados Silvia Leticia" userId="67ffa95f-d70e-4e80-883b-14bf2acd1245" providerId="ADAL" clId="{04FEF557-D399-4E3D-A3E0-5BCEC03D85D6}" dt="2025-11-16T11:59:48.039" v="2299" actId="1076"/>
          <ac:spMkLst>
            <pc:docMk/>
            <pc:sldMk cId="42968780" sldId="256"/>
            <ac:spMk id="2233" creationId="{FD6119FE-47A7-DEA7-3121-ECBD8DC85516}"/>
          </ac:spMkLst>
        </pc:spChg>
        <pc:grpChg chg="add mod">
          <ac:chgData name="Espinosa Granados Silvia Leticia" userId="67ffa95f-d70e-4e80-883b-14bf2acd1245" providerId="ADAL" clId="{04FEF557-D399-4E3D-A3E0-5BCEC03D85D6}" dt="2025-11-14T21:50:57.305" v="1531" actId="1076"/>
          <ac:grpSpMkLst>
            <pc:docMk/>
            <pc:sldMk cId="42968780" sldId="256"/>
            <ac:grpSpMk id="2172" creationId="{4B023772-8A2B-288E-1C51-B08B59053A26}"/>
          </ac:grpSpMkLst>
        </pc:grpChg>
        <pc:grpChg chg="add mod">
          <ac:chgData name="Espinosa Granados Silvia Leticia" userId="67ffa95f-d70e-4e80-883b-14bf2acd1245" providerId="ADAL" clId="{04FEF557-D399-4E3D-A3E0-5BCEC03D85D6}" dt="2025-11-14T21:50:57.305" v="1531" actId="1076"/>
          <ac:grpSpMkLst>
            <pc:docMk/>
            <pc:sldMk cId="42968780" sldId="256"/>
            <ac:grpSpMk id="2173" creationId="{91B4C078-43EA-83A4-2E51-B13E97DDC173}"/>
          </ac:grpSpMkLst>
        </pc:grpChg>
        <pc:picChg chg="add del mod">
          <ac:chgData name="Espinosa Granados Silvia Leticia" userId="67ffa95f-d70e-4e80-883b-14bf2acd1245" providerId="ADAL" clId="{04FEF557-D399-4E3D-A3E0-5BCEC03D85D6}" dt="2025-11-16T12:01:08.834" v="2309" actId="478"/>
          <ac:picMkLst>
            <pc:docMk/>
            <pc:sldMk cId="42968780" sldId="256"/>
            <ac:picMk id="63" creationId="{67F3B9CD-7733-C284-F954-788C2B5859E6}"/>
          </ac:picMkLst>
        </pc:picChg>
        <pc:picChg chg="add del mod">
          <ac:chgData name="Espinosa Granados Silvia Leticia" userId="67ffa95f-d70e-4e80-883b-14bf2acd1245" providerId="ADAL" clId="{04FEF557-D399-4E3D-A3E0-5BCEC03D85D6}" dt="2025-11-16T12:02:23.948" v="2318" actId="478"/>
          <ac:picMkLst>
            <pc:docMk/>
            <pc:sldMk cId="42968780" sldId="256"/>
            <ac:picMk id="2113" creationId="{9008A010-154F-B2D0-2299-1BB7F3BC3287}"/>
          </ac:picMkLst>
        </pc:picChg>
        <pc:picChg chg="add mod">
          <ac:chgData name="Espinosa Granados Silvia Leticia" userId="67ffa95f-d70e-4e80-883b-14bf2acd1245" providerId="ADAL" clId="{04FEF557-D399-4E3D-A3E0-5BCEC03D85D6}" dt="2025-11-16T12:03:03.675" v="2325" actId="1076"/>
          <ac:picMkLst>
            <pc:docMk/>
            <pc:sldMk cId="42968780" sldId="256"/>
            <ac:picMk id="2115" creationId="{DDEDD77C-32C3-0F69-B813-410852C27F60}"/>
          </ac:picMkLst>
        </pc:picChg>
        <pc:picChg chg="mod">
          <ac:chgData name="Espinosa Granados Silvia Leticia" userId="67ffa95f-d70e-4e80-883b-14bf2acd1245" providerId="ADAL" clId="{04FEF557-D399-4E3D-A3E0-5BCEC03D85D6}" dt="2025-11-16T11:29:18.037" v="1995" actId="1076"/>
          <ac:picMkLst>
            <pc:docMk/>
            <pc:sldMk cId="42968780" sldId="256"/>
            <ac:picMk id="2135" creationId="{44907A58-1D80-C6C6-BF2F-1FD0A639F51E}"/>
          </ac:picMkLst>
        </pc:picChg>
        <pc:picChg chg="mod">
          <ac:chgData name="Espinosa Granados Silvia Leticia" userId="67ffa95f-d70e-4e80-883b-14bf2acd1245" providerId="ADAL" clId="{04FEF557-D399-4E3D-A3E0-5BCEC03D85D6}" dt="2025-11-16T11:38:00.383" v="2032" actId="1076"/>
          <ac:picMkLst>
            <pc:docMk/>
            <pc:sldMk cId="42968780" sldId="256"/>
            <ac:picMk id="2143" creationId="{5B2D6B2E-A739-181A-07F1-52877F32C17D}"/>
          </ac:picMkLst>
        </pc:picChg>
        <pc:picChg chg="mod">
          <ac:chgData name="Espinosa Granados Silvia Leticia" userId="67ffa95f-d70e-4e80-883b-14bf2acd1245" providerId="ADAL" clId="{04FEF557-D399-4E3D-A3E0-5BCEC03D85D6}" dt="2025-11-16T11:22:57.038" v="1905" actId="1076"/>
          <ac:picMkLst>
            <pc:docMk/>
            <pc:sldMk cId="42968780" sldId="256"/>
            <ac:picMk id="2147" creationId="{D059EE4D-683E-5C25-8446-1CA7E24F2DDB}"/>
          </ac:picMkLst>
        </pc:picChg>
        <pc:picChg chg="add mod">
          <ac:chgData name="Espinosa Granados Silvia Leticia" userId="67ffa95f-d70e-4e80-883b-14bf2acd1245" providerId="ADAL" clId="{04FEF557-D399-4E3D-A3E0-5BCEC03D85D6}" dt="2025-11-16T11:42:12.439" v="2098" actId="1076"/>
          <ac:picMkLst>
            <pc:docMk/>
            <pc:sldMk cId="42968780" sldId="256"/>
            <ac:picMk id="2192" creationId="{FA33B5B7-6C57-D751-7FBB-910DC30F48C4}"/>
          </ac:picMkLst>
        </pc:picChg>
        <pc:picChg chg="add mod">
          <ac:chgData name="Espinosa Granados Silvia Leticia" userId="67ffa95f-d70e-4e80-883b-14bf2acd1245" providerId="ADAL" clId="{04FEF557-D399-4E3D-A3E0-5BCEC03D85D6}" dt="2025-11-16T12:00:16.451" v="2303" actId="1076"/>
          <ac:picMkLst>
            <pc:docMk/>
            <pc:sldMk cId="42968780" sldId="256"/>
            <ac:picMk id="2204" creationId="{51FF8828-2AD0-3147-FF75-3D27F0D6B727}"/>
          </ac:picMkLst>
        </pc:picChg>
        <pc:picChg chg="add mod">
          <ac:chgData name="Espinosa Granados Silvia Leticia" userId="67ffa95f-d70e-4e80-883b-14bf2acd1245" providerId="ADAL" clId="{04FEF557-D399-4E3D-A3E0-5BCEC03D85D6}" dt="2025-11-16T11:42:55.231" v="2103" actId="1076"/>
          <ac:picMkLst>
            <pc:docMk/>
            <pc:sldMk cId="42968780" sldId="256"/>
            <ac:picMk id="2210" creationId="{F5D77801-12BE-C884-18C8-47ADE23CDE9F}"/>
          </ac:picMkLst>
        </pc:picChg>
        <pc:picChg chg="add mod">
          <ac:chgData name="Espinosa Granados Silvia Leticia" userId="67ffa95f-d70e-4e80-883b-14bf2acd1245" providerId="ADAL" clId="{04FEF557-D399-4E3D-A3E0-5BCEC03D85D6}" dt="2025-11-16T11:42:39.842" v="2102" actId="1076"/>
          <ac:picMkLst>
            <pc:docMk/>
            <pc:sldMk cId="42968780" sldId="256"/>
            <ac:picMk id="2215" creationId="{F748FA7F-E879-2EFA-4626-55C876C2EC1F}"/>
          </ac:picMkLst>
        </pc:picChg>
        <pc:picChg chg="add mod">
          <ac:chgData name="Espinosa Granados Silvia Leticia" userId="67ffa95f-d70e-4e80-883b-14bf2acd1245" providerId="ADAL" clId="{04FEF557-D399-4E3D-A3E0-5BCEC03D85D6}" dt="2025-11-16T12:06:27.621" v="2337" actId="1076"/>
          <ac:picMkLst>
            <pc:docMk/>
            <pc:sldMk cId="42968780" sldId="256"/>
            <ac:picMk id="2221" creationId="{C136D0D5-1F76-8D0B-FF0B-F2A670348C02}"/>
          </ac:picMkLst>
        </pc:picChg>
        <pc:picChg chg="add mod">
          <ac:chgData name="Espinosa Granados Silvia Leticia" userId="67ffa95f-d70e-4e80-883b-14bf2acd1245" providerId="ADAL" clId="{04FEF557-D399-4E3D-A3E0-5BCEC03D85D6}" dt="2025-11-14T21:51:03.181" v="1532" actId="1076"/>
          <ac:picMkLst>
            <pc:docMk/>
            <pc:sldMk cId="42968780" sldId="256"/>
            <ac:picMk id="2228" creationId="{DD3A8717-069D-6C24-2B07-E35C64AF8E01}"/>
          </ac:picMkLst>
        </pc:picChg>
        <pc:picChg chg="add mod">
          <ac:chgData name="Espinosa Granados Silvia Leticia" userId="67ffa95f-d70e-4e80-883b-14bf2acd1245" providerId="ADAL" clId="{04FEF557-D399-4E3D-A3E0-5BCEC03D85D6}" dt="2025-11-16T11:59:58.924" v="2301" actId="1076"/>
          <ac:picMkLst>
            <pc:docMk/>
            <pc:sldMk cId="42968780" sldId="256"/>
            <ac:picMk id="2232" creationId="{FDF5518B-17E4-EDEF-4EE8-C31BD4B6F42C}"/>
          </ac:picMkLst>
        </pc:picChg>
        <pc:picChg chg="add mod">
          <ac:chgData name="Espinosa Granados Silvia Leticia" userId="67ffa95f-d70e-4e80-883b-14bf2acd1245" providerId="ADAL" clId="{04FEF557-D399-4E3D-A3E0-5BCEC03D85D6}" dt="2025-11-16T12:00:02.140" v="2302" actId="1076"/>
          <ac:picMkLst>
            <pc:docMk/>
            <pc:sldMk cId="42968780" sldId="256"/>
            <ac:picMk id="2235" creationId="{D19BA8CE-D0FF-9058-3DF1-8074A1316ED2}"/>
          </ac:picMkLst>
        </pc:picChg>
        <pc:cxnChg chg="add mod">
          <ac:chgData name="Espinosa Granados Silvia Leticia" userId="67ffa95f-d70e-4e80-883b-14bf2acd1245" providerId="ADAL" clId="{04FEF557-D399-4E3D-A3E0-5BCEC03D85D6}" dt="2025-11-16T11:59:56.237" v="2300" actId="1076"/>
          <ac:cxnSpMkLst>
            <pc:docMk/>
            <pc:sldMk cId="42968780" sldId="256"/>
            <ac:cxnSpMk id="3" creationId="{F4F4E70E-A96D-8A05-BDE5-F5CC598E87D5}"/>
          </ac:cxnSpMkLst>
        </pc:cxnChg>
        <pc:cxnChg chg="add mod">
          <ac:chgData name="Espinosa Granados Silvia Leticia" userId="67ffa95f-d70e-4e80-883b-14bf2acd1245" providerId="ADAL" clId="{04FEF557-D399-4E3D-A3E0-5BCEC03D85D6}" dt="2025-11-16T11:31:07.340" v="2010" actId="208"/>
          <ac:cxnSpMkLst>
            <pc:docMk/>
            <pc:sldMk cId="42968780" sldId="256"/>
            <ac:cxnSpMk id="39" creationId="{B4186F19-728C-BC04-3D46-C7937418B846}"/>
          </ac:cxnSpMkLst>
        </pc:cxnChg>
        <pc:cxnChg chg="add del">
          <ac:chgData name="Espinosa Granados Silvia Leticia" userId="67ffa95f-d70e-4e80-883b-14bf2acd1245" providerId="ADAL" clId="{04FEF557-D399-4E3D-A3E0-5BCEC03D85D6}" dt="2025-11-16T11:58:08.456" v="2282" actId="478"/>
          <ac:cxnSpMkLst>
            <pc:docMk/>
            <pc:sldMk cId="42968780" sldId="256"/>
            <ac:cxnSpMk id="54" creationId="{A6BABCED-A408-9CCA-BD74-41BD94569919}"/>
          </ac:cxnSpMkLst>
        </pc:cxnChg>
        <pc:cxnChg chg="add mod">
          <ac:chgData name="Espinosa Granados Silvia Leticia" userId="67ffa95f-d70e-4e80-883b-14bf2acd1245" providerId="ADAL" clId="{04FEF557-D399-4E3D-A3E0-5BCEC03D85D6}" dt="2025-11-16T11:59:35.517" v="2297" actId="208"/>
          <ac:cxnSpMkLst>
            <pc:docMk/>
            <pc:sldMk cId="42968780" sldId="256"/>
            <ac:cxnSpMk id="56" creationId="{B6E47688-EAFC-4836-11BA-33CD1B139F3E}"/>
          </ac:cxnSpMkLst>
        </pc:cxnChg>
        <pc:cxnChg chg="add del mod">
          <ac:chgData name="Espinosa Granados Silvia Leticia" userId="67ffa95f-d70e-4e80-883b-14bf2acd1245" providerId="ADAL" clId="{04FEF557-D399-4E3D-A3E0-5BCEC03D85D6}" dt="2025-11-16T11:59:21.657" v="2294" actId="478"/>
          <ac:cxnSpMkLst>
            <pc:docMk/>
            <pc:sldMk cId="42968780" sldId="256"/>
            <ac:cxnSpMk id="58" creationId="{A3F82841-4CF6-584E-6977-5F22276F2712}"/>
          </ac:cxnSpMkLst>
        </pc:cxnChg>
        <pc:cxnChg chg="add mod">
          <ac:chgData name="Espinosa Granados Silvia Leticia" userId="67ffa95f-d70e-4e80-883b-14bf2acd1245" providerId="ADAL" clId="{04FEF557-D399-4E3D-A3E0-5BCEC03D85D6}" dt="2025-11-16T11:32:22.143" v="2015" actId="1582"/>
          <ac:cxnSpMkLst>
            <pc:docMk/>
            <pc:sldMk cId="42968780" sldId="256"/>
            <ac:cxnSpMk id="2165" creationId="{E9A80E2F-8B76-D852-DE29-24D33803C917}"/>
          </ac:cxnSpMkLst>
        </pc:cxnChg>
        <pc:cxnChg chg="add mod">
          <ac:chgData name="Espinosa Granados Silvia Leticia" userId="67ffa95f-d70e-4e80-883b-14bf2acd1245" providerId="ADAL" clId="{04FEF557-D399-4E3D-A3E0-5BCEC03D85D6}" dt="2025-11-16T11:23:16.225" v="1910" actId="14100"/>
          <ac:cxnSpMkLst>
            <pc:docMk/>
            <pc:sldMk cId="42968780" sldId="256"/>
            <ac:cxnSpMk id="2177" creationId="{F7429DEE-4B34-0EBA-B68D-2EFFBA4A4FD4}"/>
          </ac:cxnSpMkLst>
        </pc:cxnChg>
        <pc:cxnChg chg="add mod ord">
          <ac:chgData name="Espinosa Granados Silvia Leticia" userId="67ffa95f-d70e-4e80-883b-14bf2acd1245" providerId="ADAL" clId="{04FEF557-D399-4E3D-A3E0-5BCEC03D85D6}" dt="2025-11-16T11:32:45.248" v="2017" actId="14100"/>
          <ac:cxnSpMkLst>
            <pc:docMk/>
            <pc:sldMk cId="42968780" sldId="256"/>
            <ac:cxnSpMk id="2194" creationId="{DA533F10-F9A1-B199-5C97-E59AF2A54DCC}"/>
          </ac:cxnSpMkLst>
        </pc:cxnChg>
        <pc:cxnChg chg="add mod ord">
          <ac:chgData name="Espinosa Granados Silvia Leticia" userId="67ffa95f-d70e-4e80-883b-14bf2acd1245" providerId="ADAL" clId="{04FEF557-D399-4E3D-A3E0-5BCEC03D85D6}" dt="2025-11-16T11:37:55.413" v="2030" actId="1076"/>
          <ac:cxnSpMkLst>
            <pc:docMk/>
            <pc:sldMk cId="42968780" sldId="256"/>
            <ac:cxnSpMk id="2208" creationId="{461727FB-5DD1-A498-7BF6-5B359A2B629B}"/>
          </ac:cxnSpMkLst>
        </pc:cxnChg>
      </pc:sldChg>
      <pc:sldChg chg="addSp delSp modSp new mod">
        <pc:chgData name="Espinosa Granados Silvia Leticia" userId="67ffa95f-d70e-4e80-883b-14bf2acd1245" providerId="ADAL" clId="{04FEF557-D399-4E3D-A3E0-5BCEC03D85D6}" dt="2025-11-14T20:48:26.682" v="1419" actId="1076"/>
        <pc:sldMkLst>
          <pc:docMk/>
          <pc:sldMk cId="201849093" sldId="257"/>
        </pc:sldMkLst>
        <pc:spChg chg="add mod">
          <ac:chgData name="Espinosa Granados Silvia Leticia" userId="67ffa95f-d70e-4e80-883b-14bf2acd1245" providerId="ADAL" clId="{04FEF557-D399-4E3D-A3E0-5BCEC03D85D6}" dt="2025-11-14T20:45:27.146" v="1338" actId="20577"/>
          <ac:spMkLst>
            <pc:docMk/>
            <pc:sldMk cId="201849093" sldId="257"/>
            <ac:spMk id="6" creationId="{FE83CC7C-197D-32DC-4318-3181F38A032D}"/>
          </ac:spMkLst>
        </pc:spChg>
        <pc:spChg chg="add mod">
          <ac:chgData name="Espinosa Granados Silvia Leticia" userId="67ffa95f-d70e-4e80-883b-14bf2acd1245" providerId="ADAL" clId="{04FEF557-D399-4E3D-A3E0-5BCEC03D85D6}" dt="2025-11-14T20:48:26.682" v="1419" actId="1076"/>
          <ac:spMkLst>
            <pc:docMk/>
            <pc:sldMk cId="201849093" sldId="257"/>
            <ac:spMk id="7" creationId="{B6380ADF-69A5-6BF5-7F3B-60B7D572A871}"/>
          </ac:spMkLst>
        </pc:spChg>
        <pc:spChg chg="add mod">
          <ac:chgData name="Espinosa Granados Silvia Leticia" userId="67ffa95f-d70e-4e80-883b-14bf2acd1245" providerId="ADAL" clId="{04FEF557-D399-4E3D-A3E0-5BCEC03D85D6}" dt="2025-11-14T20:47:53.356" v="1412" actId="113"/>
          <ac:spMkLst>
            <pc:docMk/>
            <pc:sldMk cId="201849093" sldId="257"/>
            <ac:spMk id="8" creationId="{53D373CC-38FF-8D66-7B60-BF9159734683}"/>
          </ac:spMkLst>
        </pc:spChg>
        <pc:picChg chg="add mod">
          <ac:chgData name="Espinosa Granados Silvia Leticia" userId="67ffa95f-d70e-4e80-883b-14bf2acd1245" providerId="ADAL" clId="{04FEF557-D399-4E3D-A3E0-5BCEC03D85D6}" dt="2025-11-14T20:42:44.590" v="1306" actId="14100"/>
          <ac:picMkLst>
            <pc:docMk/>
            <pc:sldMk cId="201849093" sldId="257"/>
            <ac:picMk id="5" creationId="{805E9A03-6EBF-FA22-E296-E2A57644C101}"/>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1683C-C6D0-EFB5-F361-23A3122F627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FI"/>
          </a:p>
        </p:txBody>
      </p:sp>
      <p:sp>
        <p:nvSpPr>
          <p:cNvPr id="3" name="Subtitle 2">
            <a:extLst>
              <a:ext uri="{FF2B5EF4-FFF2-40B4-BE49-F238E27FC236}">
                <a16:creationId xmlns:a16="http://schemas.microsoft.com/office/drawing/2014/main" id="{728AFC7C-5898-0703-595F-269BA53600F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FI"/>
          </a:p>
        </p:txBody>
      </p:sp>
      <p:sp>
        <p:nvSpPr>
          <p:cNvPr id="4" name="Date Placeholder 3">
            <a:extLst>
              <a:ext uri="{FF2B5EF4-FFF2-40B4-BE49-F238E27FC236}">
                <a16:creationId xmlns:a16="http://schemas.microsoft.com/office/drawing/2014/main" id="{6AD2766D-F589-856E-DE03-D09B1F21BF88}"/>
              </a:ext>
            </a:extLst>
          </p:cNvPr>
          <p:cNvSpPr>
            <a:spLocks noGrp="1"/>
          </p:cNvSpPr>
          <p:nvPr>
            <p:ph type="dt" sz="half" idx="10"/>
          </p:nvPr>
        </p:nvSpPr>
        <p:spPr/>
        <p:txBody>
          <a:bodyPr/>
          <a:lstStyle/>
          <a:p>
            <a:fld id="{10E4051F-E6FA-4104-BCF6-C6C8F886FDE9}" type="datetimeFigureOut">
              <a:rPr lang="en-FI" smtClean="0"/>
              <a:t>16/11/2025</a:t>
            </a:fld>
            <a:endParaRPr lang="en-FI"/>
          </a:p>
        </p:txBody>
      </p:sp>
      <p:sp>
        <p:nvSpPr>
          <p:cNvPr id="5" name="Footer Placeholder 4">
            <a:extLst>
              <a:ext uri="{FF2B5EF4-FFF2-40B4-BE49-F238E27FC236}">
                <a16:creationId xmlns:a16="http://schemas.microsoft.com/office/drawing/2014/main" id="{30E9CE91-9B6C-82C2-A378-5EDF9672326D}"/>
              </a:ext>
            </a:extLst>
          </p:cNvPr>
          <p:cNvSpPr>
            <a:spLocks noGrp="1"/>
          </p:cNvSpPr>
          <p:nvPr>
            <p:ph type="ftr" sz="quarter" idx="11"/>
          </p:nvPr>
        </p:nvSpPr>
        <p:spPr/>
        <p:txBody>
          <a:bodyPr/>
          <a:lstStyle/>
          <a:p>
            <a:endParaRPr lang="en-FI"/>
          </a:p>
        </p:txBody>
      </p:sp>
      <p:sp>
        <p:nvSpPr>
          <p:cNvPr id="6" name="Slide Number Placeholder 5">
            <a:extLst>
              <a:ext uri="{FF2B5EF4-FFF2-40B4-BE49-F238E27FC236}">
                <a16:creationId xmlns:a16="http://schemas.microsoft.com/office/drawing/2014/main" id="{3CF41648-1BD8-68AE-240F-0A42D36E6711}"/>
              </a:ext>
            </a:extLst>
          </p:cNvPr>
          <p:cNvSpPr>
            <a:spLocks noGrp="1"/>
          </p:cNvSpPr>
          <p:nvPr>
            <p:ph type="sldNum" sz="quarter" idx="12"/>
          </p:nvPr>
        </p:nvSpPr>
        <p:spPr/>
        <p:txBody>
          <a:bodyPr/>
          <a:lstStyle/>
          <a:p>
            <a:fld id="{9AD9AAD1-CB0F-4670-A095-6D74C0D6AE95}" type="slidenum">
              <a:rPr lang="en-FI" smtClean="0"/>
              <a:t>‹#›</a:t>
            </a:fld>
            <a:endParaRPr lang="en-FI"/>
          </a:p>
        </p:txBody>
      </p:sp>
    </p:spTree>
    <p:extLst>
      <p:ext uri="{BB962C8B-B14F-4D97-AF65-F5344CB8AC3E}">
        <p14:creationId xmlns:p14="http://schemas.microsoft.com/office/powerpoint/2010/main" val="11626659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D906F-08D9-0584-8B52-3DC04313E421}"/>
              </a:ext>
            </a:extLst>
          </p:cNvPr>
          <p:cNvSpPr>
            <a:spLocks noGrp="1"/>
          </p:cNvSpPr>
          <p:nvPr>
            <p:ph type="title"/>
          </p:nvPr>
        </p:nvSpPr>
        <p:spPr/>
        <p:txBody>
          <a:bodyPr/>
          <a:lstStyle/>
          <a:p>
            <a:r>
              <a:rPr lang="en-US"/>
              <a:t>Click to edit Master title style</a:t>
            </a:r>
            <a:endParaRPr lang="en-FI"/>
          </a:p>
        </p:txBody>
      </p:sp>
      <p:sp>
        <p:nvSpPr>
          <p:cNvPr id="3" name="Content Placeholder 2">
            <a:extLst>
              <a:ext uri="{FF2B5EF4-FFF2-40B4-BE49-F238E27FC236}">
                <a16:creationId xmlns:a16="http://schemas.microsoft.com/office/drawing/2014/main" id="{E8237D49-2C45-1062-9188-E097247B79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
        <p:nvSpPr>
          <p:cNvPr id="4" name="Date Placeholder 3">
            <a:extLst>
              <a:ext uri="{FF2B5EF4-FFF2-40B4-BE49-F238E27FC236}">
                <a16:creationId xmlns:a16="http://schemas.microsoft.com/office/drawing/2014/main" id="{659A86EE-C20A-229C-6C63-D204D28E81CB}"/>
              </a:ext>
            </a:extLst>
          </p:cNvPr>
          <p:cNvSpPr>
            <a:spLocks noGrp="1"/>
          </p:cNvSpPr>
          <p:nvPr>
            <p:ph type="dt" sz="half" idx="10"/>
          </p:nvPr>
        </p:nvSpPr>
        <p:spPr/>
        <p:txBody>
          <a:bodyPr/>
          <a:lstStyle/>
          <a:p>
            <a:fld id="{10E4051F-E6FA-4104-BCF6-C6C8F886FDE9}" type="datetimeFigureOut">
              <a:rPr lang="en-FI" smtClean="0"/>
              <a:t>16/11/2025</a:t>
            </a:fld>
            <a:endParaRPr lang="en-FI"/>
          </a:p>
        </p:txBody>
      </p:sp>
      <p:sp>
        <p:nvSpPr>
          <p:cNvPr id="5" name="Footer Placeholder 4">
            <a:extLst>
              <a:ext uri="{FF2B5EF4-FFF2-40B4-BE49-F238E27FC236}">
                <a16:creationId xmlns:a16="http://schemas.microsoft.com/office/drawing/2014/main" id="{911D3370-22EB-7F7A-4E98-F935F2CADFE8}"/>
              </a:ext>
            </a:extLst>
          </p:cNvPr>
          <p:cNvSpPr>
            <a:spLocks noGrp="1"/>
          </p:cNvSpPr>
          <p:nvPr>
            <p:ph type="ftr" sz="quarter" idx="11"/>
          </p:nvPr>
        </p:nvSpPr>
        <p:spPr/>
        <p:txBody>
          <a:bodyPr/>
          <a:lstStyle/>
          <a:p>
            <a:endParaRPr lang="en-FI"/>
          </a:p>
        </p:txBody>
      </p:sp>
      <p:sp>
        <p:nvSpPr>
          <p:cNvPr id="6" name="Slide Number Placeholder 5">
            <a:extLst>
              <a:ext uri="{FF2B5EF4-FFF2-40B4-BE49-F238E27FC236}">
                <a16:creationId xmlns:a16="http://schemas.microsoft.com/office/drawing/2014/main" id="{CF2395B7-E312-8DE6-F20A-511B8D941928}"/>
              </a:ext>
            </a:extLst>
          </p:cNvPr>
          <p:cNvSpPr>
            <a:spLocks noGrp="1"/>
          </p:cNvSpPr>
          <p:nvPr>
            <p:ph type="sldNum" sz="quarter" idx="12"/>
          </p:nvPr>
        </p:nvSpPr>
        <p:spPr/>
        <p:txBody>
          <a:bodyPr/>
          <a:lstStyle/>
          <a:p>
            <a:fld id="{9AD9AAD1-CB0F-4670-A095-6D74C0D6AE95}" type="slidenum">
              <a:rPr lang="en-FI" smtClean="0"/>
              <a:t>‹#›</a:t>
            </a:fld>
            <a:endParaRPr lang="en-FI"/>
          </a:p>
        </p:txBody>
      </p:sp>
    </p:spTree>
    <p:extLst>
      <p:ext uri="{BB962C8B-B14F-4D97-AF65-F5344CB8AC3E}">
        <p14:creationId xmlns:p14="http://schemas.microsoft.com/office/powerpoint/2010/main" val="1538683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4CE5A-323D-A8F8-3D78-72DEB3BC9E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FI"/>
          </a:p>
        </p:txBody>
      </p:sp>
      <p:sp>
        <p:nvSpPr>
          <p:cNvPr id="3" name="Text Placeholder 2">
            <a:extLst>
              <a:ext uri="{FF2B5EF4-FFF2-40B4-BE49-F238E27FC236}">
                <a16:creationId xmlns:a16="http://schemas.microsoft.com/office/drawing/2014/main" id="{79427B2A-3050-CA4E-0DE1-FED48FE7167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9C7EAB4-ADC4-C520-B84F-FAF33DAF8938}"/>
              </a:ext>
            </a:extLst>
          </p:cNvPr>
          <p:cNvSpPr>
            <a:spLocks noGrp="1"/>
          </p:cNvSpPr>
          <p:nvPr>
            <p:ph type="dt" sz="half" idx="10"/>
          </p:nvPr>
        </p:nvSpPr>
        <p:spPr/>
        <p:txBody>
          <a:bodyPr/>
          <a:lstStyle/>
          <a:p>
            <a:fld id="{10E4051F-E6FA-4104-BCF6-C6C8F886FDE9}" type="datetimeFigureOut">
              <a:rPr lang="en-FI" smtClean="0"/>
              <a:t>16/11/2025</a:t>
            </a:fld>
            <a:endParaRPr lang="en-FI"/>
          </a:p>
        </p:txBody>
      </p:sp>
      <p:sp>
        <p:nvSpPr>
          <p:cNvPr id="5" name="Footer Placeholder 4">
            <a:extLst>
              <a:ext uri="{FF2B5EF4-FFF2-40B4-BE49-F238E27FC236}">
                <a16:creationId xmlns:a16="http://schemas.microsoft.com/office/drawing/2014/main" id="{6A40C0CE-E6A8-5902-FE5A-DE996AC4B3CF}"/>
              </a:ext>
            </a:extLst>
          </p:cNvPr>
          <p:cNvSpPr>
            <a:spLocks noGrp="1"/>
          </p:cNvSpPr>
          <p:nvPr>
            <p:ph type="ftr" sz="quarter" idx="11"/>
          </p:nvPr>
        </p:nvSpPr>
        <p:spPr/>
        <p:txBody>
          <a:bodyPr/>
          <a:lstStyle/>
          <a:p>
            <a:endParaRPr lang="en-FI"/>
          </a:p>
        </p:txBody>
      </p:sp>
      <p:sp>
        <p:nvSpPr>
          <p:cNvPr id="6" name="Slide Number Placeholder 5">
            <a:extLst>
              <a:ext uri="{FF2B5EF4-FFF2-40B4-BE49-F238E27FC236}">
                <a16:creationId xmlns:a16="http://schemas.microsoft.com/office/drawing/2014/main" id="{72ED9A67-34BC-CD98-23ED-FFC37A6602FB}"/>
              </a:ext>
            </a:extLst>
          </p:cNvPr>
          <p:cNvSpPr>
            <a:spLocks noGrp="1"/>
          </p:cNvSpPr>
          <p:nvPr>
            <p:ph type="sldNum" sz="quarter" idx="12"/>
          </p:nvPr>
        </p:nvSpPr>
        <p:spPr/>
        <p:txBody>
          <a:bodyPr/>
          <a:lstStyle/>
          <a:p>
            <a:fld id="{9AD9AAD1-CB0F-4670-A095-6D74C0D6AE95}" type="slidenum">
              <a:rPr lang="en-FI" smtClean="0"/>
              <a:t>‹#›</a:t>
            </a:fld>
            <a:endParaRPr lang="en-FI"/>
          </a:p>
        </p:txBody>
      </p:sp>
    </p:spTree>
    <p:extLst>
      <p:ext uri="{BB962C8B-B14F-4D97-AF65-F5344CB8AC3E}">
        <p14:creationId xmlns:p14="http://schemas.microsoft.com/office/powerpoint/2010/main" val="292822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2889B-3AFE-724E-9C0E-EC5082072031}"/>
              </a:ext>
            </a:extLst>
          </p:cNvPr>
          <p:cNvSpPr>
            <a:spLocks noGrp="1"/>
          </p:cNvSpPr>
          <p:nvPr>
            <p:ph type="title"/>
          </p:nvPr>
        </p:nvSpPr>
        <p:spPr/>
        <p:txBody>
          <a:bodyPr/>
          <a:lstStyle/>
          <a:p>
            <a:r>
              <a:rPr lang="en-US"/>
              <a:t>Click to edit Master title style</a:t>
            </a:r>
            <a:endParaRPr lang="en-FI"/>
          </a:p>
        </p:txBody>
      </p:sp>
      <p:sp>
        <p:nvSpPr>
          <p:cNvPr id="3" name="Content Placeholder 2">
            <a:extLst>
              <a:ext uri="{FF2B5EF4-FFF2-40B4-BE49-F238E27FC236}">
                <a16:creationId xmlns:a16="http://schemas.microsoft.com/office/drawing/2014/main" id="{4D5F1883-5641-157A-7AB3-365C6FCB2A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
        <p:nvSpPr>
          <p:cNvPr id="4" name="Content Placeholder 3">
            <a:extLst>
              <a:ext uri="{FF2B5EF4-FFF2-40B4-BE49-F238E27FC236}">
                <a16:creationId xmlns:a16="http://schemas.microsoft.com/office/drawing/2014/main" id="{FAEDD2A9-FC5E-DBFF-6F0A-14F4EE5849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
        <p:nvSpPr>
          <p:cNvPr id="5" name="Date Placeholder 4">
            <a:extLst>
              <a:ext uri="{FF2B5EF4-FFF2-40B4-BE49-F238E27FC236}">
                <a16:creationId xmlns:a16="http://schemas.microsoft.com/office/drawing/2014/main" id="{42F5C6AA-E980-152F-8550-0FB1EA7709A1}"/>
              </a:ext>
            </a:extLst>
          </p:cNvPr>
          <p:cNvSpPr>
            <a:spLocks noGrp="1"/>
          </p:cNvSpPr>
          <p:nvPr>
            <p:ph type="dt" sz="half" idx="10"/>
          </p:nvPr>
        </p:nvSpPr>
        <p:spPr/>
        <p:txBody>
          <a:bodyPr/>
          <a:lstStyle/>
          <a:p>
            <a:fld id="{10E4051F-E6FA-4104-BCF6-C6C8F886FDE9}" type="datetimeFigureOut">
              <a:rPr lang="en-FI" smtClean="0"/>
              <a:t>16/11/2025</a:t>
            </a:fld>
            <a:endParaRPr lang="en-FI"/>
          </a:p>
        </p:txBody>
      </p:sp>
      <p:sp>
        <p:nvSpPr>
          <p:cNvPr id="6" name="Footer Placeholder 5">
            <a:extLst>
              <a:ext uri="{FF2B5EF4-FFF2-40B4-BE49-F238E27FC236}">
                <a16:creationId xmlns:a16="http://schemas.microsoft.com/office/drawing/2014/main" id="{A1881755-CF04-C1DE-06A9-59D0BA82D011}"/>
              </a:ext>
            </a:extLst>
          </p:cNvPr>
          <p:cNvSpPr>
            <a:spLocks noGrp="1"/>
          </p:cNvSpPr>
          <p:nvPr>
            <p:ph type="ftr" sz="quarter" idx="11"/>
          </p:nvPr>
        </p:nvSpPr>
        <p:spPr/>
        <p:txBody>
          <a:bodyPr/>
          <a:lstStyle/>
          <a:p>
            <a:endParaRPr lang="en-FI"/>
          </a:p>
        </p:txBody>
      </p:sp>
      <p:sp>
        <p:nvSpPr>
          <p:cNvPr id="7" name="Slide Number Placeholder 6">
            <a:extLst>
              <a:ext uri="{FF2B5EF4-FFF2-40B4-BE49-F238E27FC236}">
                <a16:creationId xmlns:a16="http://schemas.microsoft.com/office/drawing/2014/main" id="{7783287C-F47E-E99D-2DD5-22870F9097C1}"/>
              </a:ext>
            </a:extLst>
          </p:cNvPr>
          <p:cNvSpPr>
            <a:spLocks noGrp="1"/>
          </p:cNvSpPr>
          <p:nvPr>
            <p:ph type="sldNum" sz="quarter" idx="12"/>
          </p:nvPr>
        </p:nvSpPr>
        <p:spPr/>
        <p:txBody>
          <a:bodyPr/>
          <a:lstStyle/>
          <a:p>
            <a:fld id="{9AD9AAD1-CB0F-4670-A095-6D74C0D6AE95}" type="slidenum">
              <a:rPr lang="en-FI" smtClean="0"/>
              <a:t>‹#›</a:t>
            </a:fld>
            <a:endParaRPr lang="en-FI"/>
          </a:p>
        </p:txBody>
      </p:sp>
    </p:spTree>
    <p:extLst>
      <p:ext uri="{BB962C8B-B14F-4D97-AF65-F5344CB8AC3E}">
        <p14:creationId xmlns:p14="http://schemas.microsoft.com/office/powerpoint/2010/main" val="2073407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34B20-0D80-C927-9089-69B808073B82}"/>
              </a:ext>
            </a:extLst>
          </p:cNvPr>
          <p:cNvSpPr>
            <a:spLocks noGrp="1"/>
          </p:cNvSpPr>
          <p:nvPr>
            <p:ph type="title"/>
          </p:nvPr>
        </p:nvSpPr>
        <p:spPr>
          <a:xfrm>
            <a:off x="839788" y="365125"/>
            <a:ext cx="10515600" cy="1325563"/>
          </a:xfrm>
        </p:spPr>
        <p:txBody>
          <a:bodyPr/>
          <a:lstStyle/>
          <a:p>
            <a:r>
              <a:rPr lang="en-US"/>
              <a:t>Click to edit Master title style</a:t>
            </a:r>
            <a:endParaRPr lang="en-FI"/>
          </a:p>
        </p:txBody>
      </p:sp>
      <p:sp>
        <p:nvSpPr>
          <p:cNvPr id="3" name="Text Placeholder 2">
            <a:extLst>
              <a:ext uri="{FF2B5EF4-FFF2-40B4-BE49-F238E27FC236}">
                <a16:creationId xmlns:a16="http://schemas.microsoft.com/office/drawing/2014/main" id="{395AB74A-73D3-02AA-36E1-F8C0881A29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1336F96-5109-2E86-9125-09BF1E944C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
        <p:nvSpPr>
          <p:cNvPr id="5" name="Text Placeholder 4">
            <a:extLst>
              <a:ext uri="{FF2B5EF4-FFF2-40B4-BE49-F238E27FC236}">
                <a16:creationId xmlns:a16="http://schemas.microsoft.com/office/drawing/2014/main" id="{877A14E4-2866-21E1-A89E-CC8BC4FABB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DA675F-D661-CBBE-913C-F78599D0648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
        <p:nvSpPr>
          <p:cNvPr id="7" name="Date Placeholder 6">
            <a:extLst>
              <a:ext uri="{FF2B5EF4-FFF2-40B4-BE49-F238E27FC236}">
                <a16:creationId xmlns:a16="http://schemas.microsoft.com/office/drawing/2014/main" id="{CEEAB663-3FC0-F3E0-7700-AB60B971887A}"/>
              </a:ext>
            </a:extLst>
          </p:cNvPr>
          <p:cNvSpPr>
            <a:spLocks noGrp="1"/>
          </p:cNvSpPr>
          <p:nvPr>
            <p:ph type="dt" sz="half" idx="10"/>
          </p:nvPr>
        </p:nvSpPr>
        <p:spPr/>
        <p:txBody>
          <a:bodyPr/>
          <a:lstStyle/>
          <a:p>
            <a:fld id="{10E4051F-E6FA-4104-BCF6-C6C8F886FDE9}" type="datetimeFigureOut">
              <a:rPr lang="en-FI" smtClean="0"/>
              <a:t>16/11/2025</a:t>
            </a:fld>
            <a:endParaRPr lang="en-FI"/>
          </a:p>
        </p:txBody>
      </p:sp>
      <p:sp>
        <p:nvSpPr>
          <p:cNvPr id="8" name="Footer Placeholder 7">
            <a:extLst>
              <a:ext uri="{FF2B5EF4-FFF2-40B4-BE49-F238E27FC236}">
                <a16:creationId xmlns:a16="http://schemas.microsoft.com/office/drawing/2014/main" id="{FE483022-17E3-6BB8-4A19-1CA1AB5A169D}"/>
              </a:ext>
            </a:extLst>
          </p:cNvPr>
          <p:cNvSpPr>
            <a:spLocks noGrp="1"/>
          </p:cNvSpPr>
          <p:nvPr>
            <p:ph type="ftr" sz="quarter" idx="11"/>
          </p:nvPr>
        </p:nvSpPr>
        <p:spPr/>
        <p:txBody>
          <a:bodyPr/>
          <a:lstStyle/>
          <a:p>
            <a:endParaRPr lang="en-FI"/>
          </a:p>
        </p:txBody>
      </p:sp>
      <p:sp>
        <p:nvSpPr>
          <p:cNvPr id="9" name="Slide Number Placeholder 8">
            <a:extLst>
              <a:ext uri="{FF2B5EF4-FFF2-40B4-BE49-F238E27FC236}">
                <a16:creationId xmlns:a16="http://schemas.microsoft.com/office/drawing/2014/main" id="{BCA8A7F9-97F5-195A-BF8D-CE70A5CF5FB7}"/>
              </a:ext>
            </a:extLst>
          </p:cNvPr>
          <p:cNvSpPr>
            <a:spLocks noGrp="1"/>
          </p:cNvSpPr>
          <p:nvPr>
            <p:ph type="sldNum" sz="quarter" idx="12"/>
          </p:nvPr>
        </p:nvSpPr>
        <p:spPr/>
        <p:txBody>
          <a:bodyPr/>
          <a:lstStyle/>
          <a:p>
            <a:fld id="{9AD9AAD1-CB0F-4670-A095-6D74C0D6AE95}" type="slidenum">
              <a:rPr lang="en-FI" smtClean="0"/>
              <a:t>‹#›</a:t>
            </a:fld>
            <a:endParaRPr lang="en-FI"/>
          </a:p>
        </p:txBody>
      </p:sp>
    </p:spTree>
    <p:extLst>
      <p:ext uri="{BB962C8B-B14F-4D97-AF65-F5344CB8AC3E}">
        <p14:creationId xmlns:p14="http://schemas.microsoft.com/office/powerpoint/2010/main" val="3920141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76AFB-D873-24E3-E016-D8FCFF17F984}"/>
              </a:ext>
            </a:extLst>
          </p:cNvPr>
          <p:cNvSpPr>
            <a:spLocks noGrp="1"/>
          </p:cNvSpPr>
          <p:nvPr>
            <p:ph type="title"/>
          </p:nvPr>
        </p:nvSpPr>
        <p:spPr/>
        <p:txBody>
          <a:bodyPr/>
          <a:lstStyle/>
          <a:p>
            <a:r>
              <a:rPr lang="en-US"/>
              <a:t>Click to edit Master title style</a:t>
            </a:r>
            <a:endParaRPr lang="en-FI"/>
          </a:p>
        </p:txBody>
      </p:sp>
      <p:sp>
        <p:nvSpPr>
          <p:cNvPr id="3" name="Date Placeholder 2">
            <a:extLst>
              <a:ext uri="{FF2B5EF4-FFF2-40B4-BE49-F238E27FC236}">
                <a16:creationId xmlns:a16="http://schemas.microsoft.com/office/drawing/2014/main" id="{2D036E41-EC7E-7BD7-9156-AF65981121BD}"/>
              </a:ext>
            </a:extLst>
          </p:cNvPr>
          <p:cNvSpPr>
            <a:spLocks noGrp="1"/>
          </p:cNvSpPr>
          <p:nvPr>
            <p:ph type="dt" sz="half" idx="10"/>
          </p:nvPr>
        </p:nvSpPr>
        <p:spPr/>
        <p:txBody>
          <a:bodyPr/>
          <a:lstStyle/>
          <a:p>
            <a:fld id="{10E4051F-E6FA-4104-BCF6-C6C8F886FDE9}" type="datetimeFigureOut">
              <a:rPr lang="en-FI" smtClean="0"/>
              <a:t>16/11/2025</a:t>
            </a:fld>
            <a:endParaRPr lang="en-FI"/>
          </a:p>
        </p:txBody>
      </p:sp>
      <p:sp>
        <p:nvSpPr>
          <p:cNvPr id="4" name="Footer Placeholder 3">
            <a:extLst>
              <a:ext uri="{FF2B5EF4-FFF2-40B4-BE49-F238E27FC236}">
                <a16:creationId xmlns:a16="http://schemas.microsoft.com/office/drawing/2014/main" id="{97526CAD-CEF6-B34A-3D9C-904FFF2E9788}"/>
              </a:ext>
            </a:extLst>
          </p:cNvPr>
          <p:cNvSpPr>
            <a:spLocks noGrp="1"/>
          </p:cNvSpPr>
          <p:nvPr>
            <p:ph type="ftr" sz="quarter" idx="11"/>
          </p:nvPr>
        </p:nvSpPr>
        <p:spPr/>
        <p:txBody>
          <a:bodyPr/>
          <a:lstStyle/>
          <a:p>
            <a:endParaRPr lang="en-FI"/>
          </a:p>
        </p:txBody>
      </p:sp>
      <p:sp>
        <p:nvSpPr>
          <p:cNvPr id="5" name="Slide Number Placeholder 4">
            <a:extLst>
              <a:ext uri="{FF2B5EF4-FFF2-40B4-BE49-F238E27FC236}">
                <a16:creationId xmlns:a16="http://schemas.microsoft.com/office/drawing/2014/main" id="{E040CF83-BB2E-18CF-8169-DDA8F91EBA2A}"/>
              </a:ext>
            </a:extLst>
          </p:cNvPr>
          <p:cNvSpPr>
            <a:spLocks noGrp="1"/>
          </p:cNvSpPr>
          <p:nvPr>
            <p:ph type="sldNum" sz="quarter" idx="12"/>
          </p:nvPr>
        </p:nvSpPr>
        <p:spPr/>
        <p:txBody>
          <a:bodyPr/>
          <a:lstStyle/>
          <a:p>
            <a:fld id="{9AD9AAD1-CB0F-4670-A095-6D74C0D6AE95}" type="slidenum">
              <a:rPr lang="en-FI" smtClean="0"/>
              <a:t>‹#›</a:t>
            </a:fld>
            <a:endParaRPr lang="en-FI"/>
          </a:p>
        </p:txBody>
      </p:sp>
    </p:spTree>
    <p:extLst>
      <p:ext uri="{BB962C8B-B14F-4D97-AF65-F5344CB8AC3E}">
        <p14:creationId xmlns:p14="http://schemas.microsoft.com/office/powerpoint/2010/main" val="1262066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61415C-0428-F07F-5A94-60F9EA6E6AA2}"/>
              </a:ext>
            </a:extLst>
          </p:cNvPr>
          <p:cNvSpPr>
            <a:spLocks noGrp="1"/>
          </p:cNvSpPr>
          <p:nvPr>
            <p:ph type="dt" sz="half" idx="10"/>
          </p:nvPr>
        </p:nvSpPr>
        <p:spPr/>
        <p:txBody>
          <a:bodyPr/>
          <a:lstStyle/>
          <a:p>
            <a:fld id="{10E4051F-E6FA-4104-BCF6-C6C8F886FDE9}" type="datetimeFigureOut">
              <a:rPr lang="en-FI" smtClean="0"/>
              <a:t>16/11/2025</a:t>
            </a:fld>
            <a:endParaRPr lang="en-FI"/>
          </a:p>
        </p:txBody>
      </p:sp>
      <p:sp>
        <p:nvSpPr>
          <p:cNvPr id="3" name="Footer Placeholder 2">
            <a:extLst>
              <a:ext uri="{FF2B5EF4-FFF2-40B4-BE49-F238E27FC236}">
                <a16:creationId xmlns:a16="http://schemas.microsoft.com/office/drawing/2014/main" id="{52AF469E-CF4B-FC18-2E92-EFA767A611D2}"/>
              </a:ext>
            </a:extLst>
          </p:cNvPr>
          <p:cNvSpPr>
            <a:spLocks noGrp="1"/>
          </p:cNvSpPr>
          <p:nvPr>
            <p:ph type="ftr" sz="quarter" idx="11"/>
          </p:nvPr>
        </p:nvSpPr>
        <p:spPr/>
        <p:txBody>
          <a:bodyPr/>
          <a:lstStyle/>
          <a:p>
            <a:endParaRPr lang="en-FI"/>
          </a:p>
        </p:txBody>
      </p:sp>
      <p:sp>
        <p:nvSpPr>
          <p:cNvPr id="4" name="Slide Number Placeholder 3">
            <a:extLst>
              <a:ext uri="{FF2B5EF4-FFF2-40B4-BE49-F238E27FC236}">
                <a16:creationId xmlns:a16="http://schemas.microsoft.com/office/drawing/2014/main" id="{FFC71A7D-463B-F1F9-0A80-B307A4E91450}"/>
              </a:ext>
            </a:extLst>
          </p:cNvPr>
          <p:cNvSpPr>
            <a:spLocks noGrp="1"/>
          </p:cNvSpPr>
          <p:nvPr>
            <p:ph type="sldNum" sz="quarter" idx="12"/>
          </p:nvPr>
        </p:nvSpPr>
        <p:spPr/>
        <p:txBody>
          <a:bodyPr/>
          <a:lstStyle/>
          <a:p>
            <a:fld id="{9AD9AAD1-CB0F-4670-A095-6D74C0D6AE95}" type="slidenum">
              <a:rPr lang="en-FI" smtClean="0"/>
              <a:t>‹#›</a:t>
            </a:fld>
            <a:endParaRPr lang="en-FI"/>
          </a:p>
        </p:txBody>
      </p:sp>
    </p:spTree>
    <p:extLst>
      <p:ext uri="{BB962C8B-B14F-4D97-AF65-F5344CB8AC3E}">
        <p14:creationId xmlns:p14="http://schemas.microsoft.com/office/powerpoint/2010/main" val="476360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16A52-9224-1831-1388-E6B139B221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FI"/>
          </a:p>
        </p:txBody>
      </p:sp>
      <p:sp>
        <p:nvSpPr>
          <p:cNvPr id="3" name="Content Placeholder 2">
            <a:extLst>
              <a:ext uri="{FF2B5EF4-FFF2-40B4-BE49-F238E27FC236}">
                <a16:creationId xmlns:a16="http://schemas.microsoft.com/office/drawing/2014/main" id="{C65D75EB-A755-D3C4-3BDF-931D26C157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
        <p:nvSpPr>
          <p:cNvPr id="4" name="Text Placeholder 3">
            <a:extLst>
              <a:ext uri="{FF2B5EF4-FFF2-40B4-BE49-F238E27FC236}">
                <a16:creationId xmlns:a16="http://schemas.microsoft.com/office/drawing/2014/main" id="{0241D4D5-7B67-3D24-828B-029C7C6844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385412-D72E-39A4-41B0-D74C31650477}"/>
              </a:ext>
            </a:extLst>
          </p:cNvPr>
          <p:cNvSpPr>
            <a:spLocks noGrp="1"/>
          </p:cNvSpPr>
          <p:nvPr>
            <p:ph type="dt" sz="half" idx="10"/>
          </p:nvPr>
        </p:nvSpPr>
        <p:spPr/>
        <p:txBody>
          <a:bodyPr/>
          <a:lstStyle/>
          <a:p>
            <a:fld id="{10E4051F-E6FA-4104-BCF6-C6C8F886FDE9}" type="datetimeFigureOut">
              <a:rPr lang="en-FI" smtClean="0"/>
              <a:t>16/11/2025</a:t>
            </a:fld>
            <a:endParaRPr lang="en-FI"/>
          </a:p>
        </p:txBody>
      </p:sp>
      <p:sp>
        <p:nvSpPr>
          <p:cNvPr id="6" name="Footer Placeholder 5">
            <a:extLst>
              <a:ext uri="{FF2B5EF4-FFF2-40B4-BE49-F238E27FC236}">
                <a16:creationId xmlns:a16="http://schemas.microsoft.com/office/drawing/2014/main" id="{FFB7C234-E6B0-157D-2AE6-35580559A0D4}"/>
              </a:ext>
            </a:extLst>
          </p:cNvPr>
          <p:cNvSpPr>
            <a:spLocks noGrp="1"/>
          </p:cNvSpPr>
          <p:nvPr>
            <p:ph type="ftr" sz="quarter" idx="11"/>
          </p:nvPr>
        </p:nvSpPr>
        <p:spPr/>
        <p:txBody>
          <a:bodyPr/>
          <a:lstStyle/>
          <a:p>
            <a:endParaRPr lang="en-FI"/>
          </a:p>
        </p:txBody>
      </p:sp>
      <p:sp>
        <p:nvSpPr>
          <p:cNvPr id="7" name="Slide Number Placeholder 6">
            <a:extLst>
              <a:ext uri="{FF2B5EF4-FFF2-40B4-BE49-F238E27FC236}">
                <a16:creationId xmlns:a16="http://schemas.microsoft.com/office/drawing/2014/main" id="{1311947B-0EBF-EBF3-1F20-C34F0794CA0C}"/>
              </a:ext>
            </a:extLst>
          </p:cNvPr>
          <p:cNvSpPr>
            <a:spLocks noGrp="1"/>
          </p:cNvSpPr>
          <p:nvPr>
            <p:ph type="sldNum" sz="quarter" idx="12"/>
          </p:nvPr>
        </p:nvSpPr>
        <p:spPr/>
        <p:txBody>
          <a:bodyPr/>
          <a:lstStyle/>
          <a:p>
            <a:fld id="{9AD9AAD1-CB0F-4670-A095-6D74C0D6AE95}" type="slidenum">
              <a:rPr lang="en-FI" smtClean="0"/>
              <a:t>‹#›</a:t>
            </a:fld>
            <a:endParaRPr lang="en-FI"/>
          </a:p>
        </p:txBody>
      </p:sp>
    </p:spTree>
    <p:extLst>
      <p:ext uri="{BB962C8B-B14F-4D97-AF65-F5344CB8AC3E}">
        <p14:creationId xmlns:p14="http://schemas.microsoft.com/office/powerpoint/2010/main" val="40914898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C1F09-76B5-CEEB-2213-0EA277F647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FI"/>
          </a:p>
        </p:txBody>
      </p:sp>
      <p:sp>
        <p:nvSpPr>
          <p:cNvPr id="3" name="Picture Placeholder 2">
            <a:extLst>
              <a:ext uri="{FF2B5EF4-FFF2-40B4-BE49-F238E27FC236}">
                <a16:creationId xmlns:a16="http://schemas.microsoft.com/office/drawing/2014/main" id="{1CACC0D0-A64E-6940-59D8-657286C126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FI"/>
          </a:p>
        </p:txBody>
      </p:sp>
      <p:sp>
        <p:nvSpPr>
          <p:cNvPr id="4" name="Text Placeholder 3">
            <a:extLst>
              <a:ext uri="{FF2B5EF4-FFF2-40B4-BE49-F238E27FC236}">
                <a16:creationId xmlns:a16="http://schemas.microsoft.com/office/drawing/2014/main" id="{B6E80713-3689-1435-A939-7CA948C2B2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DD195F-B189-44D4-55D6-81F641C90793}"/>
              </a:ext>
            </a:extLst>
          </p:cNvPr>
          <p:cNvSpPr>
            <a:spLocks noGrp="1"/>
          </p:cNvSpPr>
          <p:nvPr>
            <p:ph type="dt" sz="half" idx="10"/>
          </p:nvPr>
        </p:nvSpPr>
        <p:spPr/>
        <p:txBody>
          <a:bodyPr/>
          <a:lstStyle/>
          <a:p>
            <a:fld id="{10E4051F-E6FA-4104-BCF6-C6C8F886FDE9}" type="datetimeFigureOut">
              <a:rPr lang="en-FI" smtClean="0"/>
              <a:t>16/11/2025</a:t>
            </a:fld>
            <a:endParaRPr lang="en-FI"/>
          </a:p>
        </p:txBody>
      </p:sp>
      <p:sp>
        <p:nvSpPr>
          <p:cNvPr id="6" name="Footer Placeholder 5">
            <a:extLst>
              <a:ext uri="{FF2B5EF4-FFF2-40B4-BE49-F238E27FC236}">
                <a16:creationId xmlns:a16="http://schemas.microsoft.com/office/drawing/2014/main" id="{7165A9DE-7535-E2DF-B55D-3FBF0D0D2820}"/>
              </a:ext>
            </a:extLst>
          </p:cNvPr>
          <p:cNvSpPr>
            <a:spLocks noGrp="1"/>
          </p:cNvSpPr>
          <p:nvPr>
            <p:ph type="ftr" sz="quarter" idx="11"/>
          </p:nvPr>
        </p:nvSpPr>
        <p:spPr/>
        <p:txBody>
          <a:bodyPr/>
          <a:lstStyle/>
          <a:p>
            <a:endParaRPr lang="en-FI"/>
          </a:p>
        </p:txBody>
      </p:sp>
      <p:sp>
        <p:nvSpPr>
          <p:cNvPr id="7" name="Slide Number Placeholder 6">
            <a:extLst>
              <a:ext uri="{FF2B5EF4-FFF2-40B4-BE49-F238E27FC236}">
                <a16:creationId xmlns:a16="http://schemas.microsoft.com/office/drawing/2014/main" id="{3FCD429C-23CA-F3A3-2AB4-5EC6D5516896}"/>
              </a:ext>
            </a:extLst>
          </p:cNvPr>
          <p:cNvSpPr>
            <a:spLocks noGrp="1"/>
          </p:cNvSpPr>
          <p:nvPr>
            <p:ph type="sldNum" sz="quarter" idx="12"/>
          </p:nvPr>
        </p:nvSpPr>
        <p:spPr/>
        <p:txBody>
          <a:bodyPr/>
          <a:lstStyle/>
          <a:p>
            <a:fld id="{9AD9AAD1-CB0F-4670-A095-6D74C0D6AE95}" type="slidenum">
              <a:rPr lang="en-FI" smtClean="0"/>
              <a:t>‹#›</a:t>
            </a:fld>
            <a:endParaRPr lang="en-FI"/>
          </a:p>
        </p:txBody>
      </p:sp>
    </p:spTree>
    <p:extLst>
      <p:ext uri="{BB962C8B-B14F-4D97-AF65-F5344CB8AC3E}">
        <p14:creationId xmlns:p14="http://schemas.microsoft.com/office/powerpoint/2010/main" val="3386808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4DE7D-4201-427C-40EE-7DC463C6B7CE}"/>
              </a:ext>
            </a:extLst>
          </p:cNvPr>
          <p:cNvSpPr>
            <a:spLocks noGrp="1"/>
          </p:cNvSpPr>
          <p:nvPr>
            <p:ph type="title"/>
          </p:nvPr>
        </p:nvSpPr>
        <p:spPr/>
        <p:txBody>
          <a:bodyPr/>
          <a:lstStyle/>
          <a:p>
            <a:r>
              <a:rPr lang="en-US"/>
              <a:t>Click to edit Master title style</a:t>
            </a:r>
            <a:endParaRPr lang="en-FI"/>
          </a:p>
        </p:txBody>
      </p:sp>
      <p:sp>
        <p:nvSpPr>
          <p:cNvPr id="3" name="Vertical Text Placeholder 2">
            <a:extLst>
              <a:ext uri="{FF2B5EF4-FFF2-40B4-BE49-F238E27FC236}">
                <a16:creationId xmlns:a16="http://schemas.microsoft.com/office/drawing/2014/main" id="{AEF9524D-13CB-07B0-DC50-589A5E9BC79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
        <p:nvSpPr>
          <p:cNvPr id="4" name="Date Placeholder 3">
            <a:extLst>
              <a:ext uri="{FF2B5EF4-FFF2-40B4-BE49-F238E27FC236}">
                <a16:creationId xmlns:a16="http://schemas.microsoft.com/office/drawing/2014/main" id="{A32F60C3-5E2A-3424-0D26-3E446C121EBE}"/>
              </a:ext>
            </a:extLst>
          </p:cNvPr>
          <p:cNvSpPr>
            <a:spLocks noGrp="1"/>
          </p:cNvSpPr>
          <p:nvPr>
            <p:ph type="dt" sz="half" idx="10"/>
          </p:nvPr>
        </p:nvSpPr>
        <p:spPr/>
        <p:txBody>
          <a:bodyPr/>
          <a:lstStyle/>
          <a:p>
            <a:fld id="{10E4051F-E6FA-4104-BCF6-C6C8F886FDE9}" type="datetimeFigureOut">
              <a:rPr lang="en-FI" smtClean="0"/>
              <a:t>16/11/2025</a:t>
            </a:fld>
            <a:endParaRPr lang="en-FI"/>
          </a:p>
        </p:txBody>
      </p:sp>
      <p:sp>
        <p:nvSpPr>
          <p:cNvPr id="5" name="Footer Placeholder 4">
            <a:extLst>
              <a:ext uri="{FF2B5EF4-FFF2-40B4-BE49-F238E27FC236}">
                <a16:creationId xmlns:a16="http://schemas.microsoft.com/office/drawing/2014/main" id="{36BDE589-7FDD-60B9-9F98-05F959167515}"/>
              </a:ext>
            </a:extLst>
          </p:cNvPr>
          <p:cNvSpPr>
            <a:spLocks noGrp="1"/>
          </p:cNvSpPr>
          <p:nvPr>
            <p:ph type="ftr" sz="quarter" idx="11"/>
          </p:nvPr>
        </p:nvSpPr>
        <p:spPr/>
        <p:txBody>
          <a:bodyPr/>
          <a:lstStyle/>
          <a:p>
            <a:endParaRPr lang="en-FI"/>
          </a:p>
        </p:txBody>
      </p:sp>
      <p:sp>
        <p:nvSpPr>
          <p:cNvPr id="6" name="Slide Number Placeholder 5">
            <a:extLst>
              <a:ext uri="{FF2B5EF4-FFF2-40B4-BE49-F238E27FC236}">
                <a16:creationId xmlns:a16="http://schemas.microsoft.com/office/drawing/2014/main" id="{5CEE611C-DE81-7420-EBC7-6CB5B2FB5D5A}"/>
              </a:ext>
            </a:extLst>
          </p:cNvPr>
          <p:cNvSpPr>
            <a:spLocks noGrp="1"/>
          </p:cNvSpPr>
          <p:nvPr>
            <p:ph type="sldNum" sz="quarter" idx="12"/>
          </p:nvPr>
        </p:nvSpPr>
        <p:spPr/>
        <p:txBody>
          <a:bodyPr/>
          <a:lstStyle/>
          <a:p>
            <a:fld id="{9AD9AAD1-CB0F-4670-A095-6D74C0D6AE95}" type="slidenum">
              <a:rPr lang="en-FI" smtClean="0"/>
              <a:t>‹#›</a:t>
            </a:fld>
            <a:endParaRPr lang="en-FI"/>
          </a:p>
        </p:txBody>
      </p:sp>
    </p:spTree>
    <p:extLst>
      <p:ext uri="{BB962C8B-B14F-4D97-AF65-F5344CB8AC3E}">
        <p14:creationId xmlns:p14="http://schemas.microsoft.com/office/powerpoint/2010/main" val="38549728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9D62BC-40C0-05B1-09C2-5B0C672E863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FI"/>
          </a:p>
        </p:txBody>
      </p:sp>
      <p:sp>
        <p:nvSpPr>
          <p:cNvPr id="3" name="Vertical Text Placeholder 2">
            <a:extLst>
              <a:ext uri="{FF2B5EF4-FFF2-40B4-BE49-F238E27FC236}">
                <a16:creationId xmlns:a16="http://schemas.microsoft.com/office/drawing/2014/main" id="{0AD3B306-34E5-BEFD-B570-ED838485891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
        <p:nvSpPr>
          <p:cNvPr id="4" name="Date Placeholder 3">
            <a:extLst>
              <a:ext uri="{FF2B5EF4-FFF2-40B4-BE49-F238E27FC236}">
                <a16:creationId xmlns:a16="http://schemas.microsoft.com/office/drawing/2014/main" id="{1071965D-820A-BA2A-DE85-4D29AB9BCA8A}"/>
              </a:ext>
            </a:extLst>
          </p:cNvPr>
          <p:cNvSpPr>
            <a:spLocks noGrp="1"/>
          </p:cNvSpPr>
          <p:nvPr>
            <p:ph type="dt" sz="half" idx="10"/>
          </p:nvPr>
        </p:nvSpPr>
        <p:spPr/>
        <p:txBody>
          <a:bodyPr/>
          <a:lstStyle/>
          <a:p>
            <a:fld id="{10E4051F-E6FA-4104-BCF6-C6C8F886FDE9}" type="datetimeFigureOut">
              <a:rPr lang="en-FI" smtClean="0"/>
              <a:t>16/11/2025</a:t>
            </a:fld>
            <a:endParaRPr lang="en-FI"/>
          </a:p>
        </p:txBody>
      </p:sp>
      <p:sp>
        <p:nvSpPr>
          <p:cNvPr id="5" name="Footer Placeholder 4">
            <a:extLst>
              <a:ext uri="{FF2B5EF4-FFF2-40B4-BE49-F238E27FC236}">
                <a16:creationId xmlns:a16="http://schemas.microsoft.com/office/drawing/2014/main" id="{136129E3-708C-230C-9B71-31F1449886FD}"/>
              </a:ext>
            </a:extLst>
          </p:cNvPr>
          <p:cNvSpPr>
            <a:spLocks noGrp="1"/>
          </p:cNvSpPr>
          <p:nvPr>
            <p:ph type="ftr" sz="quarter" idx="11"/>
          </p:nvPr>
        </p:nvSpPr>
        <p:spPr/>
        <p:txBody>
          <a:bodyPr/>
          <a:lstStyle/>
          <a:p>
            <a:endParaRPr lang="en-FI"/>
          </a:p>
        </p:txBody>
      </p:sp>
      <p:sp>
        <p:nvSpPr>
          <p:cNvPr id="6" name="Slide Number Placeholder 5">
            <a:extLst>
              <a:ext uri="{FF2B5EF4-FFF2-40B4-BE49-F238E27FC236}">
                <a16:creationId xmlns:a16="http://schemas.microsoft.com/office/drawing/2014/main" id="{AE65B958-FE46-AD3A-47E0-86FA7E64E7FD}"/>
              </a:ext>
            </a:extLst>
          </p:cNvPr>
          <p:cNvSpPr>
            <a:spLocks noGrp="1"/>
          </p:cNvSpPr>
          <p:nvPr>
            <p:ph type="sldNum" sz="quarter" idx="12"/>
          </p:nvPr>
        </p:nvSpPr>
        <p:spPr/>
        <p:txBody>
          <a:bodyPr/>
          <a:lstStyle/>
          <a:p>
            <a:fld id="{9AD9AAD1-CB0F-4670-A095-6D74C0D6AE95}" type="slidenum">
              <a:rPr lang="en-FI" smtClean="0"/>
              <a:t>‹#›</a:t>
            </a:fld>
            <a:endParaRPr lang="en-FI"/>
          </a:p>
        </p:txBody>
      </p:sp>
    </p:spTree>
    <p:extLst>
      <p:ext uri="{BB962C8B-B14F-4D97-AF65-F5344CB8AC3E}">
        <p14:creationId xmlns:p14="http://schemas.microsoft.com/office/powerpoint/2010/main" val="38136246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6FC6A6-7293-C1F7-8BD6-7137A9AC51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FI"/>
          </a:p>
        </p:txBody>
      </p:sp>
      <p:sp>
        <p:nvSpPr>
          <p:cNvPr id="3" name="Text Placeholder 2">
            <a:extLst>
              <a:ext uri="{FF2B5EF4-FFF2-40B4-BE49-F238E27FC236}">
                <a16:creationId xmlns:a16="http://schemas.microsoft.com/office/drawing/2014/main" id="{5A2253A6-B591-22A4-4F94-F8922A7DDF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
        <p:nvSpPr>
          <p:cNvPr id="4" name="Date Placeholder 3">
            <a:extLst>
              <a:ext uri="{FF2B5EF4-FFF2-40B4-BE49-F238E27FC236}">
                <a16:creationId xmlns:a16="http://schemas.microsoft.com/office/drawing/2014/main" id="{BCBA485E-BE66-996C-065C-CEF55E3EAE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0E4051F-E6FA-4104-BCF6-C6C8F886FDE9}" type="datetimeFigureOut">
              <a:rPr lang="en-FI" smtClean="0"/>
              <a:t>16/11/2025</a:t>
            </a:fld>
            <a:endParaRPr lang="en-FI"/>
          </a:p>
        </p:txBody>
      </p:sp>
      <p:sp>
        <p:nvSpPr>
          <p:cNvPr id="5" name="Footer Placeholder 4">
            <a:extLst>
              <a:ext uri="{FF2B5EF4-FFF2-40B4-BE49-F238E27FC236}">
                <a16:creationId xmlns:a16="http://schemas.microsoft.com/office/drawing/2014/main" id="{14E0E0FB-C515-EA7E-91FD-42E98E4AAD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FI"/>
          </a:p>
        </p:txBody>
      </p:sp>
      <p:sp>
        <p:nvSpPr>
          <p:cNvPr id="6" name="Slide Number Placeholder 5">
            <a:extLst>
              <a:ext uri="{FF2B5EF4-FFF2-40B4-BE49-F238E27FC236}">
                <a16:creationId xmlns:a16="http://schemas.microsoft.com/office/drawing/2014/main" id="{820F51E1-8921-8061-C070-86B70A41E8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D9AAD1-CB0F-4670-A095-6D74C0D6AE95}" type="slidenum">
              <a:rPr lang="en-FI" smtClean="0"/>
              <a:t>‹#›</a:t>
            </a:fld>
            <a:endParaRPr lang="en-FI"/>
          </a:p>
        </p:txBody>
      </p:sp>
    </p:spTree>
    <p:extLst>
      <p:ext uri="{BB962C8B-B14F-4D97-AF65-F5344CB8AC3E}">
        <p14:creationId xmlns:p14="http://schemas.microsoft.com/office/powerpoint/2010/main" val="34587504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svg"/><Relationship Id="rId21" Type="http://schemas.openxmlformats.org/officeDocument/2006/relationships/image" Target="../media/image20.svg"/><Relationship Id="rId7" Type="http://schemas.openxmlformats.org/officeDocument/2006/relationships/image" Target="../media/image6.png"/><Relationship Id="rId12" Type="http://schemas.openxmlformats.org/officeDocument/2006/relationships/image" Target="../media/image11.svg"/><Relationship Id="rId17" Type="http://schemas.openxmlformats.org/officeDocument/2006/relationships/image" Target="../media/image16.png"/><Relationship Id="rId2" Type="http://schemas.openxmlformats.org/officeDocument/2006/relationships/image" Target="../media/image1.png"/><Relationship Id="rId16" Type="http://schemas.openxmlformats.org/officeDocument/2006/relationships/image" Target="../media/image15.svg"/><Relationship Id="rId20"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svg"/></Relationships>
</file>

<file path=ppt/slides/_rels/slide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08" name="Connector: Curved 2207">
            <a:extLst>
              <a:ext uri="{FF2B5EF4-FFF2-40B4-BE49-F238E27FC236}">
                <a16:creationId xmlns:a16="http://schemas.microsoft.com/office/drawing/2014/main" id="{461727FB-5DD1-A498-7BF6-5B359A2B629B}"/>
              </a:ext>
            </a:extLst>
          </p:cNvPr>
          <p:cNvCxnSpPr>
            <a:cxnSpLocks/>
            <a:endCxn id="2141" idx="2"/>
          </p:cNvCxnSpPr>
          <p:nvPr/>
        </p:nvCxnSpPr>
        <p:spPr>
          <a:xfrm flipV="1">
            <a:off x="6353235" y="1781353"/>
            <a:ext cx="2141342" cy="1381700"/>
          </a:xfrm>
          <a:prstGeom prst="curvedConnector2">
            <a:avLst/>
          </a:prstGeom>
          <a:ln w="762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194" name="Connector: Curved 2193">
            <a:extLst>
              <a:ext uri="{FF2B5EF4-FFF2-40B4-BE49-F238E27FC236}">
                <a16:creationId xmlns:a16="http://schemas.microsoft.com/office/drawing/2014/main" id="{DA533F10-F9A1-B199-5C97-E59AF2A54DCC}"/>
              </a:ext>
            </a:extLst>
          </p:cNvPr>
          <p:cNvCxnSpPr>
            <a:cxnSpLocks/>
          </p:cNvCxnSpPr>
          <p:nvPr/>
        </p:nvCxnSpPr>
        <p:spPr>
          <a:xfrm rot="16200000" flipV="1">
            <a:off x="4648532" y="2073001"/>
            <a:ext cx="1044524" cy="633710"/>
          </a:xfrm>
          <a:prstGeom prst="curvedConnector3">
            <a:avLst/>
          </a:prstGeom>
          <a:ln w="76200">
            <a:solidFill>
              <a:schemeClr val="accent4">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132" name="Star: 12 Points 2131">
            <a:extLst>
              <a:ext uri="{FF2B5EF4-FFF2-40B4-BE49-F238E27FC236}">
                <a16:creationId xmlns:a16="http://schemas.microsoft.com/office/drawing/2014/main" id="{9BB25FD6-B115-F76D-99B9-B08E5661A101}"/>
              </a:ext>
            </a:extLst>
          </p:cNvPr>
          <p:cNvSpPr/>
          <p:nvPr/>
        </p:nvSpPr>
        <p:spPr>
          <a:xfrm>
            <a:off x="576594" y="844408"/>
            <a:ext cx="1980182" cy="914400"/>
          </a:xfrm>
          <a:prstGeom prst="star1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grpSp>
        <p:nvGrpSpPr>
          <p:cNvPr id="2173" name="Group 2172">
            <a:extLst>
              <a:ext uri="{FF2B5EF4-FFF2-40B4-BE49-F238E27FC236}">
                <a16:creationId xmlns:a16="http://schemas.microsoft.com/office/drawing/2014/main" id="{91B4C078-43EA-83A4-2E51-B13E97DDC173}"/>
              </a:ext>
            </a:extLst>
          </p:cNvPr>
          <p:cNvGrpSpPr/>
          <p:nvPr/>
        </p:nvGrpSpPr>
        <p:grpSpPr>
          <a:xfrm>
            <a:off x="4244021" y="3400993"/>
            <a:ext cx="2802917" cy="3386252"/>
            <a:chOff x="4396282" y="3303668"/>
            <a:chExt cx="2802917" cy="3144422"/>
          </a:xfrm>
        </p:grpSpPr>
        <p:sp>
          <p:nvSpPr>
            <p:cNvPr id="2166" name="Arrow: Down 2165">
              <a:extLst>
                <a:ext uri="{FF2B5EF4-FFF2-40B4-BE49-F238E27FC236}">
                  <a16:creationId xmlns:a16="http://schemas.microsoft.com/office/drawing/2014/main" id="{6904168B-F1A6-6133-1048-946711B20A56}"/>
                </a:ext>
              </a:extLst>
            </p:cNvPr>
            <p:cNvSpPr/>
            <p:nvPr/>
          </p:nvSpPr>
          <p:spPr>
            <a:xfrm rot="10800000">
              <a:off x="5297861" y="3303668"/>
              <a:ext cx="1012976" cy="722382"/>
            </a:xfrm>
            <a:prstGeom prst="downArrow">
              <a:avLst>
                <a:gd name="adj1" fmla="val 50000"/>
                <a:gd name="adj2" fmla="val 4795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grpSp>
          <p:nvGrpSpPr>
            <p:cNvPr id="2172" name="Group 2171">
              <a:extLst>
                <a:ext uri="{FF2B5EF4-FFF2-40B4-BE49-F238E27FC236}">
                  <a16:creationId xmlns:a16="http://schemas.microsoft.com/office/drawing/2014/main" id="{4B023772-8A2B-288E-1C51-B08B59053A26}"/>
                </a:ext>
              </a:extLst>
            </p:cNvPr>
            <p:cNvGrpSpPr/>
            <p:nvPr/>
          </p:nvGrpSpPr>
          <p:grpSpPr>
            <a:xfrm>
              <a:off x="4396282" y="3985274"/>
              <a:ext cx="2802917" cy="2462816"/>
              <a:chOff x="4396282" y="3985274"/>
              <a:chExt cx="2802917" cy="2462816"/>
            </a:xfrm>
          </p:grpSpPr>
          <p:sp>
            <p:nvSpPr>
              <p:cNvPr id="4" name="Oval 3">
                <a:extLst>
                  <a:ext uri="{FF2B5EF4-FFF2-40B4-BE49-F238E27FC236}">
                    <a16:creationId xmlns:a16="http://schemas.microsoft.com/office/drawing/2014/main" id="{CC91CD60-0E6F-539A-5FB7-C026B4E85512}"/>
                  </a:ext>
                </a:extLst>
              </p:cNvPr>
              <p:cNvSpPr/>
              <p:nvPr/>
            </p:nvSpPr>
            <p:spPr>
              <a:xfrm>
                <a:off x="4396282" y="3985274"/>
                <a:ext cx="2802917" cy="24628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buNone/>
                </a:pPr>
                <a:r>
                  <a:rPr lang="en-US" sz="1100">
                    <a:effectLst/>
                    <a:ea typeface="Calibri" panose="020F0502020204030204" pitchFamily="34" charset="0"/>
                    <a:cs typeface="Times New Roman" panose="02020603050405020304" pitchFamily="18" charset="0"/>
                  </a:rPr>
                  <a:t> </a:t>
                </a:r>
                <a:endParaRPr lang="en-FI" sz="1100">
                  <a:effectLst/>
                  <a:ea typeface="Calibri" panose="020F0502020204030204" pitchFamily="34" charset="0"/>
                  <a:cs typeface="Times New Roman" panose="02020603050405020304" pitchFamily="18" charset="0"/>
                </a:endParaRPr>
              </a:p>
            </p:txBody>
          </p:sp>
          <p:sp>
            <p:nvSpPr>
              <p:cNvPr id="5" name="Text Box 2">
                <a:extLst>
                  <a:ext uri="{FF2B5EF4-FFF2-40B4-BE49-F238E27FC236}">
                    <a16:creationId xmlns:a16="http://schemas.microsoft.com/office/drawing/2014/main" id="{B1041817-7321-62B8-7389-6926E4EE3FDF}"/>
                  </a:ext>
                </a:extLst>
              </p:cNvPr>
              <p:cNvSpPr txBox="1">
                <a:spLocks noChangeArrowheads="1"/>
              </p:cNvSpPr>
              <p:nvPr/>
            </p:nvSpPr>
            <p:spPr bwMode="auto">
              <a:xfrm>
                <a:off x="4477117" y="4172439"/>
                <a:ext cx="2722082" cy="2075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FI" sz="1200" b="1" i="0" u="none" strike="noStrike" cap="none" normalizeH="0" baseline="0" dirty="0">
                  <a:ln>
                    <a:noFill/>
                  </a:ln>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en-US" altLang="en-FI" sz="1200" b="1"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en-US" altLang="en-FI" sz="1200" b="1"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FI" sz="1400" b="1" i="0" u="none" strike="noStrike" cap="none" normalizeH="0" baseline="0" dirty="0">
                    <a:ln>
                      <a:noFill/>
                    </a:ln>
                    <a:solidFill>
                      <a:schemeClr val="bg1"/>
                    </a:solidFill>
                    <a:effectLst/>
                    <a:latin typeface="Arial" panose="020B0604020202020204" pitchFamily="34" charset="0"/>
                    <a:ea typeface="Calibri" panose="020F0502020204030204" pitchFamily="34" charset="0"/>
                    <a:cs typeface="Arial" panose="020B0604020202020204" pitchFamily="34" charset="0"/>
                  </a:rPr>
                  <a:t>Supervised Machine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FI" sz="1400" b="1" i="0" u="none" strike="noStrike" cap="none" normalizeH="0" baseline="0" dirty="0">
                    <a:ln>
                      <a:noFill/>
                    </a:ln>
                    <a:solidFill>
                      <a:schemeClr val="bg1"/>
                    </a:solidFill>
                    <a:effectLst/>
                    <a:latin typeface="Arial" panose="020B0604020202020204" pitchFamily="34" charset="0"/>
                    <a:ea typeface="Calibri" panose="020F0502020204030204" pitchFamily="34" charset="0"/>
                    <a:cs typeface="Arial" panose="020B0604020202020204" pitchFamily="34" charset="0"/>
                  </a:rPr>
                  <a:t>learning </a:t>
                </a:r>
                <a:endParaRPr lang="en-US" altLang="en-FI" sz="1400" dirty="0">
                  <a:solidFill>
                    <a:schemeClr val="bg1"/>
                  </a:solidFill>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en-FI" sz="900" dirty="0">
                    <a:solidFill>
                      <a:schemeClr val="bg1"/>
                    </a:solidFill>
                    <a:latin typeface="Arial" panose="020B0604020202020204" pitchFamily="34" charset="0"/>
                    <a:ea typeface="Calibri" panose="020F0502020204030204" pitchFamily="34" charset="0"/>
                    <a:cs typeface="Arial" panose="020B0604020202020204" pitchFamily="34" charset="0"/>
                  </a:rPr>
                  <a:t>I</a:t>
                </a:r>
                <a:r>
                  <a:rPr kumimoji="0" lang="en-US" altLang="en-FI" sz="900" b="0" i="0" u="none" strike="noStrike" cap="none" normalizeH="0" baseline="0" dirty="0">
                    <a:ln>
                      <a:noFill/>
                    </a:ln>
                    <a:solidFill>
                      <a:schemeClr val="bg1"/>
                    </a:solidFill>
                    <a:effectLst/>
                    <a:latin typeface="Arial" panose="020B0604020202020204" pitchFamily="34" charset="0"/>
                    <a:ea typeface="Calibri" panose="020F0502020204030204" pitchFamily="34" charset="0"/>
                    <a:cs typeface="Arial" panose="020B0604020202020204" pitchFamily="34" charset="0"/>
                  </a:rPr>
                  <a:t>s a machine learning approach where a model is trained on data that includes correct answers. By learning from these labeled examples, the model can predict new outcomes</a:t>
                </a:r>
                <a:r>
                  <a:rPr kumimoji="0" lang="en-US" altLang="en-FI" sz="9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Arial" panose="020B0604020202020204" pitchFamily="34" charset="0"/>
                  </a:rPr>
                  <a:t>—</a:t>
                </a:r>
                <a:r>
                  <a:rPr kumimoji="0" lang="en-US" altLang="en-FI" sz="900" b="0" i="0" u="none" strike="noStrike" cap="none" normalizeH="0" baseline="0" dirty="0">
                    <a:ln>
                      <a:noFill/>
                    </a:ln>
                    <a:solidFill>
                      <a:schemeClr val="bg1"/>
                    </a:solidFill>
                    <a:effectLst/>
                    <a:latin typeface="Arial" panose="020B0604020202020204" pitchFamily="34" charset="0"/>
                    <a:ea typeface="Calibri" panose="020F0502020204030204" pitchFamily="34" charset="0"/>
                    <a:cs typeface="Arial" panose="020B0604020202020204" pitchFamily="34" charset="0"/>
                  </a:rPr>
                  <a:t>either binary, categorical, or continuous values</a:t>
                </a:r>
                <a:r>
                  <a:rPr kumimoji="0" lang="en-US" altLang="en-FI" sz="9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Arial" panose="020B0604020202020204" pitchFamily="34" charset="0"/>
                  </a:rPr>
                  <a:t>—</a:t>
                </a:r>
                <a:r>
                  <a:rPr kumimoji="0" lang="en-US" altLang="en-FI" sz="900" b="0" i="0" u="none" strike="noStrike" cap="none" normalizeH="0" baseline="0" dirty="0">
                    <a:ln>
                      <a:noFill/>
                    </a:ln>
                    <a:solidFill>
                      <a:schemeClr val="bg1"/>
                    </a:solidFill>
                    <a:effectLst/>
                    <a:latin typeface="Arial" panose="020B0604020202020204" pitchFamily="34" charset="0"/>
                    <a:ea typeface="Calibri" panose="020F0502020204030204" pitchFamily="34" charset="0"/>
                    <a:cs typeface="Arial" panose="020B0604020202020204" pitchFamily="34" charset="0"/>
                  </a:rPr>
                  <a:t>and </a:t>
                </a:r>
                <a:r>
                  <a:rPr kumimoji="0" lang="en-US" altLang="en-FI" sz="1000" b="0" i="0" u="none" strike="noStrike" cap="none" normalizeH="0" baseline="0" dirty="0">
                    <a:ln>
                      <a:noFill/>
                    </a:ln>
                    <a:solidFill>
                      <a:schemeClr val="bg1"/>
                    </a:solidFill>
                    <a:effectLst/>
                    <a:latin typeface="Arial" panose="020B0604020202020204" pitchFamily="34" charset="0"/>
                    <a:ea typeface="Calibri" panose="020F0502020204030204" pitchFamily="34" charset="0"/>
                    <a:cs typeface="Arial" panose="020B0604020202020204" pitchFamily="34" charset="0"/>
                  </a:rPr>
                  <a:t>is especially common in classification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FI" sz="1000" b="0" i="0" u="none" strike="noStrike" cap="none" normalizeH="0" baseline="0" dirty="0">
                    <a:ln>
                      <a:noFill/>
                    </a:ln>
                    <a:solidFill>
                      <a:schemeClr val="bg1"/>
                    </a:solidFill>
                    <a:effectLst/>
                    <a:latin typeface="Arial" panose="020B0604020202020204" pitchFamily="34" charset="0"/>
                    <a:ea typeface="Calibri" panose="020F0502020204030204" pitchFamily="34" charset="0"/>
                    <a:cs typeface="Arial" panose="020B0604020202020204" pitchFamily="34" charset="0"/>
                  </a:rPr>
                  <a:t>tasks</a:t>
                </a:r>
                <a:r>
                  <a:rPr kumimoji="0" lang="en-US" altLang="en-FI" sz="1000" b="0" i="0" u="none" strike="noStrike" cap="none" normalizeH="0" baseline="0" dirty="0">
                    <a:ln>
                      <a:noFill/>
                    </a:ln>
                    <a:solidFill>
                      <a:srgbClr val="070069"/>
                    </a:solidFill>
                    <a:effectLst/>
                    <a:latin typeface="Arial" panose="020B0604020202020204" pitchFamily="34" charset="0"/>
                    <a:ea typeface="Calibri" panose="020F0502020204030204" pitchFamily="34" charset="0"/>
                    <a:cs typeface="Arial" panose="020B0604020202020204" pitchFamily="34" charset="0"/>
                  </a:rPr>
                  <a:t>.</a:t>
                </a:r>
                <a:endParaRPr kumimoji="0" lang="en-US" altLang="en-FI" sz="1800" b="0" i="0" u="none" strike="noStrike" cap="none" normalizeH="0" baseline="0" dirty="0">
                  <a:ln>
                    <a:noFill/>
                  </a:ln>
                  <a:solidFill>
                    <a:schemeClr val="tx1"/>
                  </a:solidFill>
                  <a:effectLst/>
                  <a:latin typeface="Arial" panose="020B0604020202020204" pitchFamily="34" charset="0"/>
                </a:endParaRPr>
              </a:p>
            </p:txBody>
          </p:sp>
        </p:grpSp>
      </p:grpSp>
      <p:sp>
        <p:nvSpPr>
          <p:cNvPr id="2117" name="Rectangle 66">
            <a:extLst>
              <a:ext uri="{FF2B5EF4-FFF2-40B4-BE49-F238E27FC236}">
                <a16:creationId xmlns:a16="http://schemas.microsoft.com/office/drawing/2014/main" id="{FDC45F14-E68A-6736-6832-629BC34ACF3D}"/>
              </a:ext>
            </a:extLst>
          </p:cNvPr>
          <p:cNvSpPr>
            <a:spLocks noChangeArrowheads="1"/>
          </p:cNvSpPr>
          <p:nvPr/>
        </p:nvSpPr>
        <p:spPr bwMode="auto">
          <a:xfrm>
            <a:off x="-137786"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FI"/>
          </a:p>
        </p:txBody>
      </p:sp>
      <p:sp>
        <p:nvSpPr>
          <p:cNvPr id="2118" name="Rectangle 93">
            <a:extLst>
              <a:ext uri="{FF2B5EF4-FFF2-40B4-BE49-F238E27FC236}">
                <a16:creationId xmlns:a16="http://schemas.microsoft.com/office/drawing/2014/main" id="{5C2F05FA-501C-DDDA-E62E-25CF5F61E261}"/>
              </a:ext>
            </a:extLst>
          </p:cNvPr>
          <p:cNvSpPr>
            <a:spLocks noChangeArrowheads="1"/>
          </p:cNvSpPr>
          <p:nvPr/>
        </p:nvSpPr>
        <p:spPr bwMode="auto">
          <a:xfrm>
            <a:off x="-137786"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FI"/>
          </a:p>
        </p:txBody>
      </p:sp>
      <p:sp>
        <p:nvSpPr>
          <p:cNvPr id="2119" name="Rectangle: Rounded Corners 2118">
            <a:extLst>
              <a:ext uri="{FF2B5EF4-FFF2-40B4-BE49-F238E27FC236}">
                <a16:creationId xmlns:a16="http://schemas.microsoft.com/office/drawing/2014/main" id="{5AF08196-60B1-B668-BF17-DA936D5F50B4}"/>
              </a:ext>
            </a:extLst>
          </p:cNvPr>
          <p:cNvSpPr/>
          <p:nvPr/>
        </p:nvSpPr>
        <p:spPr>
          <a:xfrm>
            <a:off x="4830287" y="2912119"/>
            <a:ext cx="1686797" cy="406891"/>
          </a:xfrm>
          <a:prstGeom prst="roundRect">
            <a:avLst/>
          </a:prstGeom>
          <a:gradFill>
            <a:gsLst>
              <a:gs pos="0">
                <a:srgbClr val="7030A0"/>
              </a:gs>
              <a:gs pos="100000">
                <a:srgbClr val="00B0F0"/>
              </a:gs>
              <a:gs pos="100000">
                <a:srgbClr val="DFDFDF"/>
              </a:gs>
              <a:gs pos="100000">
                <a:schemeClr val="bg1">
                  <a:lumMod val="50000"/>
                  <a:tint val="23500"/>
                  <a:satMod val="16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Main models</a:t>
            </a:r>
            <a:endParaRPr lang="en-FI" dirty="0">
              <a:solidFill>
                <a:schemeClr val="bg1"/>
              </a:solidFill>
            </a:endParaRPr>
          </a:p>
        </p:txBody>
      </p:sp>
      <p:sp>
        <p:nvSpPr>
          <p:cNvPr id="2130" name="Rectangle: Rounded Corners 2129">
            <a:extLst>
              <a:ext uri="{FF2B5EF4-FFF2-40B4-BE49-F238E27FC236}">
                <a16:creationId xmlns:a16="http://schemas.microsoft.com/office/drawing/2014/main" id="{472E5440-C292-010C-4779-5FE368299EA8}"/>
              </a:ext>
            </a:extLst>
          </p:cNvPr>
          <p:cNvSpPr/>
          <p:nvPr/>
        </p:nvSpPr>
        <p:spPr>
          <a:xfrm>
            <a:off x="212168" y="3056954"/>
            <a:ext cx="3131110" cy="1300414"/>
          </a:xfrm>
          <a:prstGeom prst="roundRect">
            <a:avLst/>
          </a:prstGeom>
          <a:gradFill flip="none" rotWithShape="1">
            <a:gsLst>
              <a:gs pos="0">
                <a:schemeClr val="accent6">
                  <a:lumMod val="60000"/>
                  <a:lumOff val="40000"/>
                </a:schemeClr>
              </a:gs>
              <a:gs pos="95000">
                <a:schemeClr val="accent4">
                  <a:lumMod val="50000"/>
                  <a:tint val="44500"/>
                  <a:satMod val="160000"/>
                </a:schemeClr>
              </a:gs>
              <a:gs pos="100000">
                <a:schemeClr val="accent4">
                  <a:lumMod val="50000"/>
                  <a:tint val="23500"/>
                  <a:satMod val="160000"/>
                </a:schemeClr>
              </a:gs>
            </a:gsLst>
            <a:lin ang="16200000" scaled="1"/>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accent1">
                    <a:lumMod val="50000"/>
                  </a:schemeClr>
                </a:solidFill>
              </a:rPr>
              <a:t>I</a:t>
            </a:r>
            <a:r>
              <a:rPr lang="en-FI" sz="1000" dirty="0">
                <a:solidFill>
                  <a:schemeClr val="accent1">
                    <a:lumMod val="50000"/>
                  </a:schemeClr>
                </a:solidFill>
              </a:rPr>
              <a:t>s a supervised learning classification method that visually represents the decision-making process. It classifies new observations based on previously known categories and shows how different conditions influence outcomes. The model can also be used for prediction, relying on patterns learned from past observations.</a:t>
            </a:r>
          </a:p>
        </p:txBody>
      </p:sp>
      <p:pic>
        <p:nvPicPr>
          <p:cNvPr id="2135" name="Graphic 2134" descr="Fir tree with solid fill">
            <a:extLst>
              <a:ext uri="{FF2B5EF4-FFF2-40B4-BE49-F238E27FC236}">
                <a16:creationId xmlns:a16="http://schemas.microsoft.com/office/drawing/2014/main" id="{44907A58-1D80-C6C6-BF2F-1FD0A639F5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376629">
            <a:off x="2688007" y="2358122"/>
            <a:ext cx="751957" cy="751957"/>
          </a:xfrm>
          <a:prstGeom prst="rect">
            <a:avLst/>
          </a:prstGeom>
        </p:spPr>
      </p:pic>
      <p:sp>
        <p:nvSpPr>
          <p:cNvPr id="2140" name="Rectangle: Rounded Corners 2139">
            <a:extLst>
              <a:ext uri="{FF2B5EF4-FFF2-40B4-BE49-F238E27FC236}">
                <a16:creationId xmlns:a16="http://schemas.microsoft.com/office/drawing/2014/main" id="{8689D3B2-0A05-3C36-87B4-110133E0D49A}"/>
              </a:ext>
            </a:extLst>
          </p:cNvPr>
          <p:cNvSpPr/>
          <p:nvPr/>
        </p:nvSpPr>
        <p:spPr>
          <a:xfrm>
            <a:off x="2883076" y="651282"/>
            <a:ext cx="3173582" cy="1216312"/>
          </a:xfrm>
          <a:prstGeom prst="roundRect">
            <a:avLst/>
          </a:prstGeom>
          <a:gradFill flip="none" rotWithShape="1">
            <a:gsLst>
              <a:gs pos="23000">
                <a:schemeClr val="accent1">
                  <a:lumMod val="60000"/>
                  <a:lumOff val="40000"/>
                </a:schemeClr>
              </a:gs>
              <a:gs pos="99000">
                <a:schemeClr val="accent4">
                  <a:lumMod val="50000"/>
                  <a:tint val="44500"/>
                  <a:satMod val="160000"/>
                </a:schemeClr>
              </a:gs>
              <a:gs pos="100000">
                <a:schemeClr val="accent4">
                  <a:lumMod val="50000"/>
                  <a:tint val="23500"/>
                  <a:satMod val="160000"/>
                </a:schemeClr>
              </a:gs>
            </a:gsLst>
            <a:lin ang="16200000" scaled="1"/>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rgbClr val="002060"/>
                </a:solidFill>
              </a:rPr>
              <a:t>Predicts numerical values by modeling how explanatory variables relate to a response variable using the equation </a:t>
            </a:r>
            <a:r>
              <a:rPr lang="en-US" sz="1000" b="1" dirty="0">
                <a:solidFill>
                  <a:srgbClr val="002060"/>
                </a:solidFill>
              </a:rPr>
              <a:t>y = ax + b</a:t>
            </a:r>
            <a:r>
              <a:rPr lang="en-US" sz="1000" dirty="0">
                <a:solidFill>
                  <a:srgbClr val="002060"/>
                </a:solidFill>
              </a:rPr>
              <a:t>. The slope shows whether the relationship is positive, negative, or absent, and the model is stronger when data points lie close to the regression line.</a:t>
            </a:r>
            <a:endParaRPr lang="en-FI" sz="1000" dirty="0">
              <a:solidFill>
                <a:srgbClr val="002060"/>
              </a:solidFill>
            </a:endParaRPr>
          </a:p>
        </p:txBody>
      </p:sp>
      <p:sp>
        <p:nvSpPr>
          <p:cNvPr id="2141" name="Rectangle: Rounded Corners 2140">
            <a:extLst>
              <a:ext uri="{FF2B5EF4-FFF2-40B4-BE49-F238E27FC236}">
                <a16:creationId xmlns:a16="http://schemas.microsoft.com/office/drawing/2014/main" id="{FFADE21C-F004-BECF-7112-1FC53839D820}"/>
              </a:ext>
            </a:extLst>
          </p:cNvPr>
          <p:cNvSpPr/>
          <p:nvPr/>
        </p:nvSpPr>
        <p:spPr>
          <a:xfrm>
            <a:off x="6788890" y="611803"/>
            <a:ext cx="3411374" cy="1169550"/>
          </a:xfrm>
          <a:prstGeom prst="roundRect">
            <a:avLst/>
          </a:prstGeom>
          <a:gradFill flip="none" rotWithShape="1">
            <a:gsLst>
              <a:gs pos="0">
                <a:schemeClr val="accent5">
                  <a:lumMod val="60000"/>
                  <a:lumOff val="40000"/>
                </a:schemeClr>
              </a:gs>
              <a:gs pos="97000">
                <a:schemeClr val="accent4">
                  <a:lumMod val="50000"/>
                  <a:tint val="44500"/>
                  <a:satMod val="160000"/>
                </a:schemeClr>
              </a:gs>
              <a:gs pos="100000">
                <a:schemeClr val="accent4">
                  <a:lumMod val="50000"/>
                  <a:tint val="23500"/>
                  <a:satMod val="160000"/>
                </a:schemeClr>
              </a:gs>
            </a:gsLst>
            <a:lin ang="16200000" scaled="1"/>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chemeClr val="accent5">
                    <a:lumMod val="50000"/>
                  </a:schemeClr>
                </a:solidFill>
              </a:rPr>
              <a:t>P</a:t>
            </a:r>
            <a:r>
              <a:rPr lang="en-US" sz="1000" dirty="0">
                <a:solidFill>
                  <a:schemeClr val="accent5">
                    <a:lumMod val="50000"/>
                  </a:schemeClr>
                </a:solidFill>
              </a:rPr>
              <a:t>redicts binary outcomes by estimating class probabilities using odds and log-odds. It assumes independent predictors, a linear relationship with the log-odds, and works best with large datasets, but unlike linear regression, it does not require linearity, normal residuals, or constant variance.</a:t>
            </a:r>
            <a:endParaRPr lang="en-FI" sz="1000" dirty="0">
              <a:solidFill>
                <a:schemeClr val="accent5">
                  <a:lumMod val="50000"/>
                </a:schemeClr>
              </a:solidFill>
            </a:endParaRPr>
          </a:p>
        </p:txBody>
      </p:sp>
      <p:pic>
        <p:nvPicPr>
          <p:cNvPr id="2143" name="Picture 2142">
            <a:extLst>
              <a:ext uri="{FF2B5EF4-FFF2-40B4-BE49-F238E27FC236}">
                <a16:creationId xmlns:a16="http://schemas.microsoft.com/office/drawing/2014/main" id="{5B2D6B2E-A739-181A-07F1-52877F32C17D}"/>
              </a:ext>
            </a:extLst>
          </p:cNvPr>
          <p:cNvPicPr>
            <a:picLocks noChangeAspect="1"/>
          </p:cNvPicPr>
          <p:nvPr/>
        </p:nvPicPr>
        <p:blipFill>
          <a:blip r:embed="rId4"/>
          <a:stretch>
            <a:fillRect/>
          </a:stretch>
        </p:blipFill>
        <p:spPr>
          <a:xfrm>
            <a:off x="9372698" y="63044"/>
            <a:ext cx="738097" cy="639859"/>
          </a:xfrm>
          <a:prstGeom prst="rect">
            <a:avLst/>
          </a:prstGeom>
        </p:spPr>
      </p:pic>
      <p:sp>
        <p:nvSpPr>
          <p:cNvPr id="2150" name="Rectangle: Rounded Corners 2149">
            <a:extLst>
              <a:ext uri="{FF2B5EF4-FFF2-40B4-BE49-F238E27FC236}">
                <a16:creationId xmlns:a16="http://schemas.microsoft.com/office/drawing/2014/main" id="{99B1B6D0-C4C9-E639-46C8-ABC12C2B72F6}"/>
              </a:ext>
            </a:extLst>
          </p:cNvPr>
          <p:cNvSpPr/>
          <p:nvPr/>
        </p:nvSpPr>
        <p:spPr>
          <a:xfrm>
            <a:off x="2726639" y="5402802"/>
            <a:ext cx="929457" cy="293759"/>
          </a:xfrm>
          <a:prstGeom prst="roundRect">
            <a:avLst/>
          </a:prstGeom>
          <a:gradFill flip="none" rotWithShape="1">
            <a:gsLst>
              <a:gs pos="0">
                <a:schemeClr val="accent4">
                  <a:lumMod val="50000"/>
                  <a:tint val="66000"/>
                  <a:satMod val="160000"/>
                </a:schemeClr>
              </a:gs>
              <a:gs pos="50000">
                <a:schemeClr val="accent4">
                  <a:lumMod val="50000"/>
                  <a:tint val="44500"/>
                  <a:satMod val="160000"/>
                </a:schemeClr>
              </a:gs>
              <a:gs pos="100000">
                <a:schemeClr val="accent4">
                  <a:lumMod val="50000"/>
                  <a:tint val="23500"/>
                  <a:satMod val="160000"/>
                </a:schemeClr>
              </a:gs>
            </a:gsLst>
            <a:lin ang="16200000" scaled="1"/>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chemeClr val="accent1">
                    <a:lumMod val="50000"/>
                  </a:schemeClr>
                </a:solidFill>
              </a:rPr>
              <a:t>Overfitting</a:t>
            </a:r>
            <a:endParaRPr lang="en-US" sz="1000" dirty="0">
              <a:solidFill>
                <a:schemeClr val="accent1">
                  <a:lumMod val="50000"/>
                </a:schemeClr>
              </a:solidFill>
            </a:endParaRPr>
          </a:p>
        </p:txBody>
      </p:sp>
      <p:sp>
        <p:nvSpPr>
          <p:cNvPr id="2156" name="TextBox 2155">
            <a:extLst>
              <a:ext uri="{FF2B5EF4-FFF2-40B4-BE49-F238E27FC236}">
                <a16:creationId xmlns:a16="http://schemas.microsoft.com/office/drawing/2014/main" id="{41FB4219-EFDD-164B-B074-B87FD1075C31}"/>
              </a:ext>
            </a:extLst>
          </p:cNvPr>
          <p:cNvSpPr txBox="1"/>
          <p:nvPr/>
        </p:nvSpPr>
        <p:spPr>
          <a:xfrm>
            <a:off x="366890" y="514998"/>
            <a:ext cx="1662175" cy="938719"/>
          </a:xfrm>
          <a:prstGeom prst="rect">
            <a:avLst/>
          </a:prstGeom>
          <a:noFill/>
        </p:spPr>
        <p:txBody>
          <a:bodyPr wrap="square">
            <a:spAutoFit/>
          </a:bodyPr>
          <a:lstStyle/>
          <a:p>
            <a:pPr algn="ctr"/>
            <a:r>
              <a:rPr lang="en-US" sz="1100" dirty="0"/>
              <a:t>The Gini index measures node purity in decision trees, guiding splits that create the most homogeneous groups</a:t>
            </a:r>
            <a:endParaRPr lang="en-FI" sz="1100" dirty="0"/>
          </a:p>
        </p:txBody>
      </p:sp>
      <p:sp>
        <p:nvSpPr>
          <p:cNvPr id="2158" name="TextBox 2157">
            <a:extLst>
              <a:ext uri="{FF2B5EF4-FFF2-40B4-BE49-F238E27FC236}">
                <a16:creationId xmlns:a16="http://schemas.microsoft.com/office/drawing/2014/main" id="{870CBE93-FEEE-1FF0-6E98-2163251D1090}"/>
              </a:ext>
            </a:extLst>
          </p:cNvPr>
          <p:cNvSpPr txBox="1"/>
          <p:nvPr/>
        </p:nvSpPr>
        <p:spPr>
          <a:xfrm>
            <a:off x="290022" y="5234896"/>
            <a:ext cx="2266754" cy="923330"/>
          </a:xfrm>
          <a:prstGeom prst="rect">
            <a:avLst/>
          </a:prstGeom>
          <a:noFill/>
        </p:spPr>
        <p:txBody>
          <a:bodyPr wrap="square">
            <a:spAutoFit/>
          </a:bodyPr>
          <a:lstStyle/>
          <a:p>
            <a:r>
              <a:rPr lang="en-US" sz="900" dirty="0">
                <a:solidFill>
                  <a:schemeClr val="accent1">
                    <a:lumMod val="50000"/>
                  </a:schemeClr>
                </a:solidFill>
              </a:rPr>
              <a:t>The model becomes too complex for the amount or quality of data it has. </a:t>
            </a:r>
          </a:p>
          <a:p>
            <a:r>
              <a:rPr lang="en-US" sz="900" dirty="0">
                <a:solidFill>
                  <a:schemeClr val="accent1">
                    <a:lumMod val="50000"/>
                  </a:schemeClr>
                </a:solidFill>
              </a:rPr>
              <a:t>It memorizes the training examples instead of learning general rules. As a result, it performs very well on the training data, but poorly on new, unseen data.</a:t>
            </a:r>
            <a:endParaRPr lang="en-FI" sz="900" dirty="0">
              <a:solidFill>
                <a:schemeClr val="accent1">
                  <a:lumMod val="50000"/>
                </a:schemeClr>
              </a:solidFill>
            </a:endParaRPr>
          </a:p>
        </p:txBody>
      </p:sp>
      <p:sp>
        <p:nvSpPr>
          <p:cNvPr id="2159" name="Rectangle: Rounded Corners 2158">
            <a:extLst>
              <a:ext uri="{FF2B5EF4-FFF2-40B4-BE49-F238E27FC236}">
                <a16:creationId xmlns:a16="http://schemas.microsoft.com/office/drawing/2014/main" id="{CCB984DA-F0EE-74A4-A080-92341CCCCEF8}"/>
              </a:ext>
            </a:extLst>
          </p:cNvPr>
          <p:cNvSpPr/>
          <p:nvPr/>
        </p:nvSpPr>
        <p:spPr>
          <a:xfrm>
            <a:off x="7243346" y="4874461"/>
            <a:ext cx="988272" cy="579745"/>
          </a:xfrm>
          <a:prstGeom prst="roundRect">
            <a:avLst/>
          </a:prstGeom>
          <a:gradFill flip="none" rotWithShape="1">
            <a:gsLst>
              <a:gs pos="0">
                <a:schemeClr val="accent4">
                  <a:lumMod val="50000"/>
                  <a:tint val="66000"/>
                  <a:satMod val="160000"/>
                </a:schemeClr>
              </a:gs>
              <a:gs pos="50000">
                <a:schemeClr val="accent4">
                  <a:lumMod val="50000"/>
                  <a:tint val="44500"/>
                  <a:satMod val="160000"/>
                </a:schemeClr>
              </a:gs>
              <a:gs pos="100000">
                <a:schemeClr val="accent4">
                  <a:lumMod val="50000"/>
                  <a:tint val="23500"/>
                  <a:satMod val="160000"/>
                </a:schemeClr>
              </a:gs>
            </a:gsLst>
            <a:lin ang="16200000" scaled="1"/>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chemeClr val="accent1">
                    <a:lumMod val="50000"/>
                  </a:schemeClr>
                </a:solidFill>
              </a:rPr>
              <a:t>Evaluation metrics</a:t>
            </a:r>
            <a:endParaRPr lang="en-US" sz="1200" dirty="0">
              <a:solidFill>
                <a:schemeClr val="accent1">
                  <a:lumMod val="50000"/>
                </a:schemeClr>
              </a:solidFill>
            </a:endParaRPr>
          </a:p>
        </p:txBody>
      </p:sp>
      <p:sp>
        <p:nvSpPr>
          <p:cNvPr id="2160" name="TextBox 2159">
            <a:extLst>
              <a:ext uri="{FF2B5EF4-FFF2-40B4-BE49-F238E27FC236}">
                <a16:creationId xmlns:a16="http://schemas.microsoft.com/office/drawing/2014/main" id="{01E8D011-5417-9A42-39C2-86A03AE5C945}"/>
              </a:ext>
            </a:extLst>
          </p:cNvPr>
          <p:cNvSpPr txBox="1"/>
          <p:nvPr/>
        </p:nvSpPr>
        <p:spPr>
          <a:xfrm>
            <a:off x="8384272" y="4246243"/>
            <a:ext cx="1837793" cy="369332"/>
          </a:xfrm>
          <a:prstGeom prst="rect">
            <a:avLst/>
          </a:prstGeom>
          <a:noFill/>
        </p:spPr>
        <p:txBody>
          <a:bodyPr wrap="square">
            <a:spAutoFit/>
          </a:bodyPr>
          <a:lstStyle/>
          <a:p>
            <a:endParaRPr lang="en-US" sz="900" dirty="0">
              <a:solidFill>
                <a:schemeClr val="accent1">
                  <a:lumMod val="50000"/>
                </a:schemeClr>
              </a:solidFill>
            </a:endParaRPr>
          </a:p>
          <a:p>
            <a:endParaRPr lang="en-US" sz="900" dirty="0">
              <a:solidFill>
                <a:schemeClr val="accent1">
                  <a:lumMod val="50000"/>
                </a:schemeClr>
              </a:solidFill>
            </a:endParaRPr>
          </a:p>
        </p:txBody>
      </p:sp>
      <p:sp>
        <p:nvSpPr>
          <p:cNvPr id="2161" name="TextBox 2160">
            <a:extLst>
              <a:ext uri="{FF2B5EF4-FFF2-40B4-BE49-F238E27FC236}">
                <a16:creationId xmlns:a16="http://schemas.microsoft.com/office/drawing/2014/main" id="{230D6DC1-3272-7BBE-51E9-1CCD2B46F0B2}"/>
              </a:ext>
            </a:extLst>
          </p:cNvPr>
          <p:cNvSpPr txBox="1"/>
          <p:nvPr/>
        </p:nvSpPr>
        <p:spPr>
          <a:xfrm>
            <a:off x="9218161" y="5367751"/>
            <a:ext cx="1837793" cy="1231106"/>
          </a:xfrm>
          <a:prstGeom prst="rect">
            <a:avLst/>
          </a:prstGeom>
          <a:noFill/>
        </p:spPr>
        <p:txBody>
          <a:bodyPr wrap="square">
            <a:spAutoFit/>
          </a:bodyPr>
          <a:lstStyle/>
          <a:p>
            <a:pPr marL="171450" indent="-171450">
              <a:buFontTx/>
              <a:buChar char="-"/>
            </a:pPr>
            <a:r>
              <a:rPr lang="en-US" sz="1400" dirty="0">
                <a:solidFill>
                  <a:schemeClr val="accent1">
                    <a:lumMod val="50000"/>
                  </a:schemeClr>
                </a:solidFill>
              </a:rPr>
              <a:t>Matrix of confusion</a:t>
            </a:r>
          </a:p>
          <a:p>
            <a:pPr marL="171450" indent="-171450">
              <a:buFontTx/>
              <a:buChar char="-"/>
            </a:pPr>
            <a:r>
              <a:rPr lang="en-US" sz="1400" dirty="0">
                <a:solidFill>
                  <a:schemeClr val="accent1">
                    <a:lumMod val="50000"/>
                  </a:schemeClr>
                </a:solidFill>
              </a:rPr>
              <a:t>Accuracy </a:t>
            </a:r>
          </a:p>
          <a:p>
            <a:pPr marL="171450" indent="-171450">
              <a:buFontTx/>
              <a:buChar char="-"/>
            </a:pPr>
            <a:r>
              <a:rPr lang="en-US" sz="1400" dirty="0">
                <a:solidFill>
                  <a:schemeClr val="accent1">
                    <a:lumMod val="50000"/>
                  </a:schemeClr>
                </a:solidFill>
              </a:rPr>
              <a:t>Precision</a:t>
            </a:r>
          </a:p>
          <a:p>
            <a:pPr marL="171450" indent="-171450">
              <a:buFontTx/>
              <a:buChar char="-"/>
            </a:pPr>
            <a:r>
              <a:rPr lang="en-US" sz="1400" dirty="0">
                <a:solidFill>
                  <a:schemeClr val="accent1">
                    <a:lumMod val="50000"/>
                  </a:schemeClr>
                </a:solidFill>
              </a:rPr>
              <a:t>Recall</a:t>
            </a:r>
          </a:p>
          <a:p>
            <a:endParaRPr lang="en-US" sz="900" dirty="0">
              <a:solidFill>
                <a:schemeClr val="accent1">
                  <a:lumMod val="50000"/>
                </a:schemeClr>
              </a:solidFill>
            </a:endParaRPr>
          </a:p>
          <a:p>
            <a:endParaRPr lang="en-US" sz="900" dirty="0">
              <a:solidFill>
                <a:schemeClr val="accent1">
                  <a:lumMod val="50000"/>
                </a:schemeClr>
              </a:solidFill>
            </a:endParaRPr>
          </a:p>
        </p:txBody>
      </p:sp>
      <p:cxnSp>
        <p:nvCxnSpPr>
          <p:cNvPr id="2165" name="Connector: Curved 2164">
            <a:extLst>
              <a:ext uri="{FF2B5EF4-FFF2-40B4-BE49-F238E27FC236}">
                <a16:creationId xmlns:a16="http://schemas.microsoft.com/office/drawing/2014/main" id="{E9A80E2F-8B76-D852-DE29-24D33803C917}"/>
              </a:ext>
            </a:extLst>
          </p:cNvPr>
          <p:cNvCxnSpPr>
            <a:cxnSpLocks/>
            <a:stCxn id="2119" idx="1"/>
          </p:cNvCxnSpPr>
          <p:nvPr/>
        </p:nvCxnSpPr>
        <p:spPr>
          <a:xfrm rot="10800000" flipV="1">
            <a:off x="3259257" y="3115564"/>
            <a:ext cx="1571031" cy="677511"/>
          </a:xfrm>
          <a:prstGeom prst="curvedConnector3">
            <a:avLst/>
          </a:prstGeom>
          <a:ln w="76200">
            <a:solidFill>
              <a:schemeClr val="accent6">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171" name="TextBox 2170">
            <a:extLst>
              <a:ext uri="{FF2B5EF4-FFF2-40B4-BE49-F238E27FC236}">
                <a16:creationId xmlns:a16="http://schemas.microsoft.com/office/drawing/2014/main" id="{48A82D64-9E08-DFB7-19F8-C71F76C8BE4D}"/>
              </a:ext>
            </a:extLst>
          </p:cNvPr>
          <p:cNvSpPr txBox="1"/>
          <p:nvPr/>
        </p:nvSpPr>
        <p:spPr>
          <a:xfrm>
            <a:off x="6854212" y="269635"/>
            <a:ext cx="2694164" cy="369332"/>
          </a:xfrm>
          <a:prstGeom prst="rect">
            <a:avLst/>
          </a:prstGeom>
          <a:noFill/>
        </p:spPr>
        <p:txBody>
          <a:bodyPr wrap="square">
            <a:spAutoFit/>
          </a:bodyPr>
          <a:lstStyle/>
          <a:p>
            <a:r>
              <a:rPr lang="en-US" b="1" dirty="0">
                <a:solidFill>
                  <a:schemeClr val="accent5">
                    <a:lumMod val="75000"/>
                  </a:schemeClr>
                </a:solidFill>
              </a:rPr>
              <a:t>Logistic regression </a:t>
            </a:r>
          </a:p>
        </p:txBody>
      </p:sp>
      <p:sp>
        <p:nvSpPr>
          <p:cNvPr id="2175" name="TextBox 2174">
            <a:extLst>
              <a:ext uri="{FF2B5EF4-FFF2-40B4-BE49-F238E27FC236}">
                <a16:creationId xmlns:a16="http://schemas.microsoft.com/office/drawing/2014/main" id="{CE746FC1-FA4E-4309-4B55-C9DF3F9A32F2}"/>
              </a:ext>
            </a:extLst>
          </p:cNvPr>
          <p:cNvSpPr txBox="1"/>
          <p:nvPr/>
        </p:nvSpPr>
        <p:spPr>
          <a:xfrm>
            <a:off x="9117231" y="2529440"/>
            <a:ext cx="3041474" cy="1600438"/>
          </a:xfrm>
          <a:prstGeom prst="rect">
            <a:avLst/>
          </a:prstGeom>
          <a:noFill/>
        </p:spPr>
        <p:txBody>
          <a:bodyPr wrap="square">
            <a:spAutoFit/>
          </a:bodyPr>
          <a:lstStyle/>
          <a:p>
            <a:endParaRPr lang="en-US" sz="1400" b="1" dirty="0">
              <a:solidFill>
                <a:schemeClr val="accent1">
                  <a:lumMod val="50000"/>
                </a:schemeClr>
              </a:solidFill>
            </a:endParaRPr>
          </a:p>
          <a:p>
            <a:r>
              <a:rPr lang="en-US" sz="1400" b="1" dirty="0">
                <a:solidFill>
                  <a:schemeClr val="accent1">
                    <a:lumMod val="50000"/>
                  </a:schemeClr>
                </a:solidFill>
              </a:rPr>
              <a:t>Gauges:</a:t>
            </a:r>
            <a:endParaRPr lang="en-US" sz="1400" b="1" dirty="0">
              <a:solidFill>
                <a:srgbClr val="002060"/>
              </a:solidFill>
            </a:endParaRPr>
          </a:p>
          <a:p>
            <a:pPr marL="171450" indent="-171450">
              <a:buFontTx/>
              <a:buChar char="-"/>
            </a:pPr>
            <a:r>
              <a:rPr lang="en-US" sz="1400" dirty="0">
                <a:solidFill>
                  <a:schemeClr val="accent1">
                    <a:lumMod val="50000"/>
                  </a:schemeClr>
                </a:solidFill>
              </a:rPr>
              <a:t>Residuals</a:t>
            </a:r>
          </a:p>
          <a:p>
            <a:pPr marL="171450" indent="-171450">
              <a:buFontTx/>
              <a:buChar char="-"/>
            </a:pPr>
            <a:r>
              <a:rPr lang="en-US" sz="1400" dirty="0">
                <a:solidFill>
                  <a:schemeClr val="accent1">
                    <a:lumMod val="50000"/>
                  </a:schemeClr>
                </a:solidFill>
              </a:rPr>
              <a:t>MSE (Mean squared error) </a:t>
            </a:r>
          </a:p>
          <a:p>
            <a:endParaRPr lang="en-US" sz="1400" dirty="0">
              <a:solidFill>
                <a:schemeClr val="accent1">
                  <a:lumMod val="50000"/>
                </a:schemeClr>
              </a:solidFill>
            </a:endParaRPr>
          </a:p>
          <a:p>
            <a:pPr marL="171450" indent="-171450">
              <a:buFontTx/>
              <a:buChar char="-"/>
            </a:pPr>
            <a:r>
              <a:rPr lang="en-US" sz="1400" dirty="0">
                <a:solidFill>
                  <a:schemeClr val="accent1">
                    <a:lumMod val="50000"/>
                  </a:schemeClr>
                </a:solidFill>
              </a:rPr>
              <a:t>R-squared R</a:t>
            </a:r>
            <a:r>
              <a:rPr lang="en-US" sz="1100" dirty="0">
                <a:solidFill>
                  <a:schemeClr val="accent1">
                    <a:lumMod val="50000"/>
                  </a:schemeClr>
                </a:solidFill>
              </a:rPr>
              <a:t>2</a:t>
            </a:r>
            <a:endParaRPr lang="en-US" sz="1400" dirty="0">
              <a:solidFill>
                <a:schemeClr val="accent1">
                  <a:lumMod val="50000"/>
                </a:schemeClr>
              </a:solidFill>
            </a:endParaRPr>
          </a:p>
          <a:p>
            <a:pPr marL="171450" indent="-171450">
              <a:buFontTx/>
              <a:buChar char="-"/>
            </a:pPr>
            <a:r>
              <a:rPr lang="en-US" sz="1400" dirty="0">
                <a:solidFill>
                  <a:schemeClr val="accent1">
                    <a:lumMod val="50000"/>
                  </a:schemeClr>
                </a:solidFill>
              </a:rPr>
              <a:t>The correlation coefficient</a:t>
            </a:r>
          </a:p>
        </p:txBody>
      </p:sp>
      <p:cxnSp>
        <p:nvCxnSpPr>
          <p:cNvPr id="2177" name="Connector: Curved 2176">
            <a:extLst>
              <a:ext uri="{FF2B5EF4-FFF2-40B4-BE49-F238E27FC236}">
                <a16:creationId xmlns:a16="http://schemas.microsoft.com/office/drawing/2014/main" id="{F7429DEE-4B34-0EBA-B68D-2EFFBA4A4FD4}"/>
              </a:ext>
            </a:extLst>
          </p:cNvPr>
          <p:cNvCxnSpPr>
            <a:cxnSpLocks/>
          </p:cNvCxnSpPr>
          <p:nvPr/>
        </p:nvCxnSpPr>
        <p:spPr>
          <a:xfrm rot="10800000">
            <a:off x="3638141" y="5589687"/>
            <a:ext cx="716410" cy="303412"/>
          </a:xfrm>
          <a:prstGeom prst="curvedConnector3">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2178" name="Right Brace 2177">
            <a:extLst>
              <a:ext uri="{FF2B5EF4-FFF2-40B4-BE49-F238E27FC236}">
                <a16:creationId xmlns:a16="http://schemas.microsoft.com/office/drawing/2014/main" id="{86254E18-CDE4-10B5-2ED7-1492CC0FB851}"/>
              </a:ext>
            </a:extLst>
          </p:cNvPr>
          <p:cNvSpPr/>
          <p:nvPr/>
        </p:nvSpPr>
        <p:spPr>
          <a:xfrm>
            <a:off x="2378463" y="5259777"/>
            <a:ext cx="336299" cy="923329"/>
          </a:xfrm>
          <a:prstGeom prst="rightBrace">
            <a:avLst>
              <a:gd name="adj1" fmla="val 0"/>
              <a:gd name="adj2" fmla="val 27993"/>
            </a:avLst>
          </a:prstGeom>
          <a:noFill/>
          <a:ln w="25400" cap="rnd">
            <a:solidFill>
              <a:schemeClr val="accent4">
                <a:lumMod val="60000"/>
                <a:lumOff val="40000"/>
              </a:schemeClr>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FI"/>
          </a:p>
        </p:txBody>
      </p:sp>
      <p:pic>
        <p:nvPicPr>
          <p:cNvPr id="2192" name="Graphic 2191" descr="Drawing Figure with solid fill">
            <a:extLst>
              <a:ext uri="{FF2B5EF4-FFF2-40B4-BE49-F238E27FC236}">
                <a16:creationId xmlns:a16="http://schemas.microsoft.com/office/drawing/2014/main" id="{FA33B5B7-6C57-D751-7FBB-910DC30F48C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72273" y="2196122"/>
            <a:ext cx="738784" cy="738784"/>
          </a:xfrm>
          <a:prstGeom prst="rect">
            <a:avLst/>
          </a:prstGeom>
        </p:spPr>
      </p:pic>
      <p:sp>
        <p:nvSpPr>
          <p:cNvPr id="2198" name="Arrow: Circular 2197">
            <a:extLst>
              <a:ext uri="{FF2B5EF4-FFF2-40B4-BE49-F238E27FC236}">
                <a16:creationId xmlns:a16="http://schemas.microsoft.com/office/drawing/2014/main" id="{082C5D1D-2C3C-F65E-374C-996EC40D55EF}"/>
              </a:ext>
            </a:extLst>
          </p:cNvPr>
          <p:cNvSpPr/>
          <p:nvPr/>
        </p:nvSpPr>
        <p:spPr>
          <a:xfrm>
            <a:off x="6607976" y="4384688"/>
            <a:ext cx="1012977" cy="957099"/>
          </a:xfrm>
          <a:prstGeom prst="circularArrow">
            <a:avLst>
              <a:gd name="adj1" fmla="val 12500"/>
              <a:gd name="adj2" fmla="val 1142319"/>
              <a:gd name="adj3" fmla="val 20457681"/>
              <a:gd name="adj4" fmla="val 10273366"/>
              <a:gd name="adj5" fmla="val 125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solidFill>
                <a:schemeClr val="tx1"/>
              </a:solidFill>
            </a:endParaRPr>
          </a:p>
        </p:txBody>
      </p:sp>
      <p:sp>
        <p:nvSpPr>
          <p:cNvPr id="2202" name="Speech Bubble: Oval 2201">
            <a:extLst>
              <a:ext uri="{FF2B5EF4-FFF2-40B4-BE49-F238E27FC236}">
                <a16:creationId xmlns:a16="http://schemas.microsoft.com/office/drawing/2014/main" id="{97D2D335-D2BE-A26C-1CA6-DC772909EBB0}"/>
              </a:ext>
            </a:extLst>
          </p:cNvPr>
          <p:cNvSpPr/>
          <p:nvPr/>
        </p:nvSpPr>
        <p:spPr>
          <a:xfrm>
            <a:off x="473522" y="1686881"/>
            <a:ext cx="949415" cy="459862"/>
          </a:xfrm>
          <a:prstGeom prst="wedgeEllipseCallout">
            <a:avLst>
              <a:gd name="adj1" fmla="val 119174"/>
              <a:gd name="adj2" fmla="val 262754"/>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GINI</a:t>
            </a:r>
            <a:endParaRPr lang="en-FI" b="1" dirty="0"/>
          </a:p>
        </p:txBody>
      </p:sp>
      <p:pic>
        <p:nvPicPr>
          <p:cNvPr id="2204" name="Graphic 2203" descr="Bullseye with solid fill">
            <a:extLst>
              <a:ext uri="{FF2B5EF4-FFF2-40B4-BE49-F238E27FC236}">
                <a16:creationId xmlns:a16="http://schemas.microsoft.com/office/drawing/2014/main" id="{51FF8828-2AD0-3147-FF75-3D27F0D6B72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413043" y="5634105"/>
            <a:ext cx="449849" cy="449849"/>
          </a:xfrm>
          <a:prstGeom prst="rect">
            <a:avLst/>
          </a:prstGeom>
        </p:spPr>
      </p:pic>
      <p:pic>
        <p:nvPicPr>
          <p:cNvPr id="2210" name="Picture 2209">
            <a:extLst>
              <a:ext uri="{FF2B5EF4-FFF2-40B4-BE49-F238E27FC236}">
                <a16:creationId xmlns:a16="http://schemas.microsoft.com/office/drawing/2014/main" id="{F5D77801-12BE-C884-18C8-47ADE23CDE9F}"/>
              </a:ext>
            </a:extLst>
          </p:cNvPr>
          <p:cNvPicPr>
            <a:picLocks noChangeAspect="1"/>
          </p:cNvPicPr>
          <p:nvPr/>
        </p:nvPicPr>
        <p:blipFill>
          <a:blip r:embed="rId9"/>
          <a:stretch>
            <a:fillRect/>
          </a:stretch>
        </p:blipFill>
        <p:spPr>
          <a:xfrm>
            <a:off x="10995415" y="4976474"/>
            <a:ext cx="610641" cy="635397"/>
          </a:xfrm>
          <a:prstGeom prst="rect">
            <a:avLst/>
          </a:prstGeom>
        </p:spPr>
      </p:pic>
      <p:pic>
        <p:nvPicPr>
          <p:cNvPr id="2215" name="Picture 2214">
            <a:extLst>
              <a:ext uri="{FF2B5EF4-FFF2-40B4-BE49-F238E27FC236}">
                <a16:creationId xmlns:a16="http://schemas.microsoft.com/office/drawing/2014/main" id="{F748FA7F-E879-2EFA-4626-55C876C2EC1F}"/>
              </a:ext>
            </a:extLst>
          </p:cNvPr>
          <p:cNvPicPr>
            <a:picLocks noChangeAspect="1"/>
          </p:cNvPicPr>
          <p:nvPr/>
        </p:nvPicPr>
        <p:blipFill>
          <a:blip r:embed="rId10"/>
          <a:stretch>
            <a:fillRect/>
          </a:stretch>
        </p:blipFill>
        <p:spPr>
          <a:xfrm>
            <a:off x="5652087" y="365806"/>
            <a:ext cx="587887" cy="566892"/>
          </a:xfrm>
          <a:prstGeom prst="rect">
            <a:avLst/>
          </a:prstGeom>
        </p:spPr>
      </p:pic>
      <p:pic>
        <p:nvPicPr>
          <p:cNvPr id="2221" name="Graphic 2220" descr="Clipboard with solid fill">
            <a:extLst>
              <a:ext uri="{FF2B5EF4-FFF2-40B4-BE49-F238E27FC236}">
                <a16:creationId xmlns:a16="http://schemas.microsoft.com/office/drawing/2014/main" id="{C136D0D5-1F76-8D0B-FF0B-F2A670348C0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529694" y="3686054"/>
            <a:ext cx="914400" cy="914400"/>
          </a:xfrm>
          <a:prstGeom prst="rect">
            <a:avLst/>
          </a:prstGeom>
        </p:spPr>
      </p:pic>
      <p:sp>
        <p:nvSpPr>
          <p:cNvPr id="2223" name="TextBox 2222">
            <a:extLst>
              <a:ext uri="{FF2B5EF4-FFF2-40B4-BE49-F238E27FC236}">
                <a16:creationId xmlns:a16="http://schemas.microsoft.com/office/drawing/2014/main" id="{8F200A11-B0EB-0D66-0933-2D40B7FF93DF}"/>
              </a:ext>
            </a:extLst>
          </p:cNvPr>
          <p:cNvSpPr txBox="1"/>
          <p:nvPr/>
        </p:nvSpPr>
        <p:spPr>
          <a:xfrm>
            <a:off x="260291" y="2795816"/>
            <a:ext cx="1750084" cy="369332"/>
          </a:xfrm>
          <a:prstGeom prst="rect">
            <a:avLst/>
          </a:prstGeom>
          <a:noFill/>
        </p:spPr>
        <p:txBody>
          <a:bodyPr wrap="square">
            <a:spAutoFit/>
          </a:bodyPr>
          <a:lstStyle/>
          <a:p>
            <a:r>
              <a:rPr lang="en-FI" sz="1800" b="1" dirty="0">
                <a:solidFill>
                  <a:schemeClr val="accent6">
                    <a:lumMod val="50000"/>
                  </a:schemeClr>
                </a:solidFill>
              </a:rPr>
              <a:t>Decision Tree</a:t>
            </a:r>
            <a:endParaRPr lang="en-US" sz="1800" dirty="0">
              <a:solidFill>
                <a:schemeClr val="accent6">
                  <a:lumMod val="50000"/>
                </a:schemeClr>
              </a:solidFill>
            </a:endParaRPr>
          </a:p>
        </p:txBody>
      </p:sp>
      <p:sp>
        <p:nvSpPr>
          <p:cNvPr id="2224" name="TextBox 2223">
            <a:extLst>
              <a:ext uri="{FF2B5EF4-FFF2-40B4-BE49-F238E27FC236}">
                <a16:creationId xmlns:a16="http://schemas.microsoft.com/office/drawing/2014/main" id="{749F13ED-C070-9BC1-9B02-A703980F0395}"/>
              </a:ext>
            </a:extLst>
          </p:cNvPr>
          <p:cNvSpPr txBox="1"/>
          <p:nvPr/>
        </p:nvSpPr>
        <p:spPr>
          <a:xfrm>
            <a:off x="3025080" y="351357"/>
            <a:ext cx="2694164" cy="369332"/>
          </a:xfrm>
          <a:prstGeom prst="rect">
            <a:avLst/>
          </a:prstGeom>
          <a:noFill/>
        </p:spPr>
        <p:txBody>
          <a:bodyPr wrap="square">
            <a:spAutoFit/>
          </a:bodyPr>
          <a:lstStyle/>
          <a:p>
            <a:r>
              <a:rPr lang="en-US" b="1" dirty="0">
                <a:solidFill>
                  <a:srgbClr val="002060"/>
                </a:solidFill>
              </a:rPr>
              <a:t>Linear regression </a:t>
            </a:r>
          </a:p>
        </p:txBody>
      </p:sp>
      <p:pic>
        <p:nvPicPr>
          <p:cNvPr id="2228" name="Graphic 2227" descr="Head with gears outline">
            <a:extLst>
              <a:ext uri="{FF2B5EF4-FFF2-40B4-BE49-F238E27FC236}">
                <a16:creationId xmlns:a16="http://schemas.microsoft.com/office/drawing/2014/main" id="{DD3A8717-069D-6C24-2B07-E35C64AF8E0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237868" y="4052957"/>
            <a:ext cx="914400" cy="914400"/>
          </a:xfrm>
          <a:prstGeom prst="rect">
            <a:avLst/>
          </a:prstGeom>
        </p:spPr>
      </p:pic>
      <p:pic>
        <p:nvPicPr>
          <p:cNvPr id="2232" name="Graphic 2231" descr="Speedometer Middle with solid fill">
            <a:extLst>
              <a:ext uri="{FF2B5EF4-FFF2-40B4-BE49-F238E27FC236}">
                <a16:creationId xmlns:a16="http://schemas.microsoft.com/office/drawing/2014/main" id="{FDF5518B-17E4-EDEF-4EE8-C31BD4B6F42C}"/>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123283" y="2565514"/>
            <a:ext cx="516896" cy="516896"/>
          </a:xfrm>
          <a:prstGeom prst="rect">
            <a:avLst/>
          </a:prstGeom>
        </p:spPr>
      </p:pic>
      <p:sp>
        <p:nvSpPr>
          <p:cNvPr id="2233" name="TextBox 2232">
            <a:extLst>
              <a:ext uri="{FF2B5EF4-FFF2-40B4-BE49-F238E27FC236}">
                <a16:creationId xmlns:a16="http://schemas.microsoft.com/office/drawing/2014/main" id="{FD6119FE-47A7-DEA7-3121-ECBD8DC85516}"/>
              </a:ext>
            </a:extLst>
          </p:cNvPr>
          <p:cNvSpPr txBox="1"/>
          <p:nvPr/>
        </p:nvSpPr>
        <p:spPr>
          <a:xfrm>
            <a:off x="9254254" y="2378631"/>
            <a:ext cx="2694164" cy="338554"/>
          </a:xfrm>
          <a:prstGeom prst="rect">
            <a:avLst/>
          </a:prstGeom>
          <a:noFill/>
        </p:spPr>
        <p:txBody>
          <a:bodyPr wrap="square">
            <a:spAutoFit/>
          </a:bodyPr>
          <a:lstStyle/>
          <a:p>
            <a:r>
              <a:rPr lang="en-US" sz="1600" b="1" dirty="0">
                <a:solidFill>
                  <a:srgbClr val="FFC000"/>
                </a:solidFill>
                <a:effectLst>
                  <a:outerShdw blurRad="50800" dist="50800" dir="5400000" algn="ctr" rotWithShape="0">
                    <a:schemeClr val="tx1"/>
                  </a:outerShdw>
                </a:effectLst>
              </a:rPr>
              <a:t>Regression</a:t>
            </a:r>
          </a:p>
        </p:txBody>
      </p:sp>
      <p:pic>
        <p:nvPicPr>
          <p:cNvPr id="2235" name="Picture 2234">
            <a:extLst>
              <a:ext uri="{FF2B5EF4-FFF2-40B4-BE49-F238E27FC236}">
                <a16:creationId xmlns:a16="http://schemas.microsoft.com/office/drawing/2014/main" id="{D19BA8CE-D0FF-9058-3DF1-8074A1316ED2}"/>
              </a:ext>
            </a:extLst>
          </p:cNvPr>
          <p:cNvPicPr>
            <a:picLocks noChangeAspect="1"/>
          </p:cNvPicPr>
          <p:nvPr/>
        </p:nvPicPr>
        <p:blipFill>
          <a:blip r:embed="rId17"/>
          <a:stretch>
            <a:fillRect/>
          </a:stretch>
        </p:blipFill>
        <p:spPr>
          <a:xfrm>
            <a:off x="10135100" y="3410467"/>
            <a:ext cx="1185482" cy="276758"/>
          </a:xfrm>
          <a:prstGeom prst="rect">
            <a:avLst/>
          </a:prstGeom>
        </p:spPr>
      </p:pic>
      <p:cxnSp>
        <p:nvCxnSpPr>
          <p:cNvPr id="3" name="Connector: Curved 2">
            <a:extLst>
              <a:ext uri="{FF2B5EF4-FFF2-40B4-BE49-F238E27FC236}">
                <a16:creationId xmlns:a16="http://schemas.microsoft.com/office/drawing/2014/main" id="{F4F4E70E-A96D-8A05-BDE5-F5CC598E87D5}"/>
              </a:ext>
            </a:extLst>
          </p:cNvPr>
          <p:cNvCxnSpPr>
            <a:cxnSpLocks/>
            <a:stCxn id="2159" idx="3"/>
            <a:endCxn id="2175" idx="1"/>
          </p:cNvCxnSpPr>
          <p:nvPr/>
        </p:nvCxnSpPr>
        <p:spPr>
          <a:xfrm flipV="1">
            <a:off x="8231618" y="3329659"/>
            <a:ext cx="885613" cy="1834675"/>
          </a:xfrm>
          <a:prstGeom prst="curvedConnector3">
            <a:avLst>
              <a:gd name="adj1" fmla="val 50000"/>
            </a:avLst>
          </a:prstGeom>
          <a:ln w="57150">
            <a:solidFill>
              <a:srgbClr val="FFC000"/>
            </a:solidFill>
            <a:tailEnd type="triangle"/>
          </a:ln>
        </p:spPr>
        <p:style>
          <a:lnRef idx="2">
            <a:schemeClr val="accent1"/>
          </a:lnRef>
          <a:fillRef idx="0">
            <a:schemeClr val="accent1"/>
          </a:fillRef>
          <a:effectRef idx="1">
            <a:schemeClr val="accent1"/>
          </a:effectRef>
          <a:fontRef idx="minor">
            <a:schemeClr val="tx1"/>
          </a:fontRef>
        </p:style>
      </p:cxnSp>
      <p:sp>
        <p:nvSpPr>
          <p:cNvPr id="6" name="Left Brace 5">
            <a:extLst>
              <a:ext uri="{FF2B5EF4-FFF2-40B4-BE49-F238E27FC236}">
                <a16:creationId xmlns:a16="http://schemas.microsoft.com/office/drawing/2014/main" id="{4B2FFA3A-749B-9FB2-0763-C0B574640FBF}"/>
              </a:ext>
            </a:extLst>
          </p:cNvPr>
          <p:cNvSpPr/>
          <p:nvPr/>
        </p:nvSpPr>
        <p:spPr>
          <a:xfrm>
            <a:off x="9054759" y="2678860"/>
            <a:ext cx="242218" cy="1745412"/>
          </a:xfrm>
          <a:prstGeom prst="leftBrace">
            <a:avLst/>
          </a:prstGeom>
          <a:ln>
            <a:solidFill>
              <a:srgbClr val="FFC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FI"/>
          </a:p>
        </p:txBody>
      </p:sp>
      <p:sp>
        <p:nvSpPr>
          <p:cNvPr id="28" name="TextBox 27">
            <a:extLst>
              <a:ext uri="{FF2B5EF4-FFF2-40B4-BE49-F238E27FC236}">
                <a16:creationId xmlns:a16="http://schemas.microsoft.com/office/drawing/2014/main" id="{85877CE8-BCAF-6FB0-3380-DD7E4A764662}"/>
              </a:ext>
            </a:extLst>
          </p:cNvPr>
          <p:cNvSpPr txBox="1"/>
          <p:nvPr/>
        </p:nvSpPr>
        <p:spPr>
          <a:xfrm>
            <a:off x="9197454" y="5015969"/>
            <a:ext cx="2694164" cy="338554"/>
          </a:xfrm>
          <a:prstGeom prst="rect">
            <a:avLst/>
          </a:prstGeom>
          <a:noFill/>
        </p:spPr>
        <p:txBody>
          <a:bodyPr wrap="square">
            <a:spAutoFit/>
          </a:bodyPr>
          <a:lstStyle/>
          <a:p>
            <a:r>
              <a:rPr lang="en-US" sz="1600" b="1" dirty="0">
                <a:solidFill>
                  <a:srgbClr val="FFC000"/>
                </a:solidFill>
                <a:effectLst>
                  <a:outerShdw blurRad="50800" dist="50800" dir="5400000" algn="ctr" rotWithShape="0">
                    <a:schemeClr val="tx1"/>
                  </a:outerShdw>
                </a:effectLst>
              </a:rPr>
              <a:t>Classification</a:t>
            </a:r>
          </a:p>
        </p:txBody>
      </p:sp>
      <p:sp>
        <p:nvSpPr>
          <p:cNvPr id="37" name="Left Brace 36">
            <a:extLst>
              <a:ext uri="{FF2B5EF4-FFF2-40B4-BE49-F238E27FC236}">
                <a16:creationId xmlns:a16="http://schemas.microsoft.com/office/drawing/2014/main" id="{C598C294-0BB6-B498-33FB-0E8663F5EA37}"/>
              </a:ext>
            </a:extLst>
          </p:cNvPr>
          <p:cNvSpPr/>
          <p:nvPr/>
        </p:nvSpPr>
        <p:spPr>
          <a:xfrm>
            <a:off x="9054759" y="5234896"/>
            <a:ext cx="163402" cy="1165904"/>
          </a:xfrm>
          <a:prstGeom prst="leftBrace">
            <a:avLst/>
          </a:prstGeom>
          <a:ln>
            <a:solidFill>
              <a:srgbClr val="FFC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FI"/>
          </a:p>
        </p:txBody>
      </p:sp>
      <p:cxnSp>
        <p:nvCxnSpPr>
          <p:cNvPr id="39" name="Connector: Curved 38">
            <a:extLst>
              <a:ext uri="{FF2B5EF4-FFF2-40B4-BE49-F238E27FC236}">
                <a16:creationId xmlns:a16="http://schemas.microsoft.com/office/drawing/2014/main" id="{B4186F19-728C-BC04-3D46-C7937418B846}"/>
              </a:ext>
            </a:extLst>
          </p:cNvPr>
          <p:cNvCxnSpPr>
            <a:cxnSpLocks/>
          </p:cNvCxnSpPr>
          <p:nvPr/>
        </p:nvCxnSpPr>
        <p:spPr>
          <a:xfrm>
            <a:off x="8248235" y="5307348"/>
            <a:ext cx="823141" cy="653514"/>
          </a:xfrm>
          <a:prstGeom prst="curvedConnector3">
            <a:avLst/>
          </a:prstGeom>
          <a:ln w="57150">
            <a:solidFill>
              <a:srgbClr val="FFC000"/>
            </a:solidFill>
            <a:tailEnd type="triangle"/>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6BA3ED4F-6B8E-12B5-403B-8D35D54A95FA}"/>
              </a:ext>
            </a:extLst>
          </p:cNvPr>
          <p:cNvSpPr txBox="1"/>
          <p:nvPr/>
        </p:nvSpPr>
        <p:spPr>
          <a:xfrm>
            <a:off x="10463213" y="449867"/>
            <a:ext cx="1627650" cy="784830"/>
          </a:xfrm>
          <a:prstGeom prst="rect">
            <a:avLst/>
          </a:prstGeom>
          <a:noFill/>
        </p:spPr>
        <p:txBody>
          <a:bodyPr wrap="square">
            <a:spAutoFit/>
          </a:bodyPr>
          <a:lstStyle/>
          <a:p>
            <a:r>
              <a:rPr lang="en-FI" sz="900" dirty="0"/>
              <a:t>Log loss </a:t>
            </a:r>
            <a:endParaRPr lang="en-US" sz="900" dirty="0"/>
          </a:p>
          <a:p>
            <a:r>
              <a:rPr lang="en-FI" sz="900" dirty="0"/>
              <a:t>measures how far predicted probabilities are from the actual class labels using a logarithmic scale. </a:t>
            </a:r>
          </a:p>
        </p:txBody>
      </p:sp>
      <p:sp>
        <p:nvSpPr>
          <p:cNvPr id="51" name="Rectangle: Rounded Corners 50">
            <a:extLst>
              <a:ext uri="{FF2B5EF4-FFF2-40B4-BE49-F238E27FC236}">
                <a16:creationId xmlns:a16="http://schemas.microsoft.com/office/drawing/2014/main" id="{C5485753-2164-3C16-999D-EABE827C5EC5}"/>
              </a:ext>
            </a:extLst>
          </p:cNvPr>
          <p:cNvSpPr/>
          <p:nvPr/>
        </p:nvSpPr>
        <p:spPr>
          <a:xfrm>
            <a:off x="10766300" y="1425165"/>
            <a:ext cx="890042" cy="375436"/>
          </a:xfrm>
          <a:prstGeom prst="roundRect">
            <a:avLst/>
          </a:prstGeom>
          <a:gradFill flip="none" rotWithShape="1">
            <a:gsLst>
              <a:gs pos="0">
                <a:schemeClr val="accent2">
                  <a:lumMod val="60000"/>
                  <a:lumOff val="40000"/>
                </a:schemeClr>
              </a:gs>
              <a:gs pos="100000">
                <a:schemeClr val="accent4">
                  <a:lumMod val="50000"/>
                  <a:tint val="44500"/>
                  <a:satMod val="160000"/>
                </a:schemeClr>
              </a:gs>
              <a:gs pos="100000">
                <a:schemeClr val="accent4">
                  <a:lumMod val="50000"/>
                  <a:tint val="23500"/>
                  <a:satMod val="160000"/>
                </a:schemeClr>
              </a:gs>
            </a:gsLst>
            <a:lin ang="16200000" scaled="1"/>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chemeClr val="bg1"/>
                </a:solidFill>
                <a:effectLst>
                  <a:outerShdw blurRad="38100" dist="38100" dir="2700000" algn="tl">
                    <a:srgbClr val="000000"/>
                  </a:outerShdw>
                </a:effectLst>
              </a:rPr>
              <a:t>Log Loss</a:t>
            </a:r>
            <a:endParaRPr lang="en-US" sz="1200" dirty="0">
              <a:solidFill>
                <a:schemeClr val="bg1"/>
              </a:solidFill>
              <a:effectLst>
                <a:outerShdw blurRad="38100" dist="38100" dir="2700000" algn="tl">
                  <a:srgbClr val="000000"/>
                </a:outerShdw>
              </a:effectLst>
            </a:endParaRPr>
          </a:p>
        </p:txBody>
      </p:sp>
      <p:sp>
        <p:nvSpPr>
          <p:cNvPr id="52" name="Left Brace 51">
            <a:extLst>
              <a:ext uri="{FF2B5EF4-FFF2-40B4-BE49-F238E27FC236}">
                <a16:creationId xmlns:a16="http://schemas.microsoft.com/office/drawing/2014/main" id="{59E00593-0BFA-9FDD-0328-A69BC9725CE4}"/>
              </a:ext>
            </a:extLst>
          </p:cNvPr>
          <p:cNvSpPr/>
          <p:nvPr/>
        </p:nvSpPr>
        <p:spPr>
          <a:xfrm rot="16200000">
            <a:off x="11116779" y="575245"/>
            <a:ext cx="261794" cy="1415021"/>
          </a:xfrm>
          <a:prstGeom prst="leftBrace">
            <a:avLst>
              <a:gd name="adj1" fmla="val 8333"/>
              <a:gd name="adj2" fmla="val 45876"/>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FI"/>
          </a:p>
        </p:txBody>
      </p:sp>
      <p:cxnSp>
        <p:nvCxnSpPr>
          <p:cNvPr id="56" name="Connector: Elbow 55">
            <a:extLst>
              <a:ext uri="{FF2B5EF4-FFF2-40B4-BE49-F238E27FC236}">
                <a16:creationId xmlns:a16="http://schemas.microsoft.com/office/drawing/2014/main" id="{B6E47688-EAFC-4836-11BA-33CD1B139F3E}"/>
              </a:ext>
            </a:extLst>
          </p:cNvPr>
          <p:cNvCxnSpPr>
            <a:cxnSpLocks/>
            <a:endCxn id="51" idx="1"/>
          </p:cNvCxnSpPr>
          <p:nvPr/>
        </p:nvCxnSpPr>
        <p:spPr>
          <a:xfrm>
            <a:off x="10219724" y="1394711"/>
            <a:ext cx="546576" cy="218172"/>
          </a:xfrm>
          <a:prstGeom prst="bentConnector3">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pic>
        <p:nvPicPr>
          <p:cNvPr id="2115" name="Graphic 2114" descr="Telephone outline">
            <a:extLst>
              <a:ext uri="{FF2B5EF4-FFF2-40B4-BE49-F238E27FC236}">
                <a16:creationId xmlns:a16="http://schemas.microsoft.com/office/drawing/2014/main" id="{DDEDD77C-32C3-0F69-B813-410852C27F60}"/>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0109507" y="6048861"/>
            <a:ext cx="383505" cy="383505"/>
          </a:xfrm>
          <a:prstGeom prst="rect">
            <a:avLst/>
          </a:prstGeom>
        </p:spPr>
      </p:pic>
      <p:sp>
        <p:nvSpPr>
          <p:cNvPr id="2116" name="Left Brace 2115">
            <a:extLst>
              <a:ext uri="{FF2B5EF4-FFF2-40B4-BE49-F238E27FC236}">
                <a16:creationId xmlns:a16="http://schemas.microsoft.com/office/drawing/2014/main" id="{416115F5-8C67-F599-640C-F3884FF34B0B}"/>
              </a:ext>
            </a:extLst>
          </p:cNvPr>
          <p:cNvSpPr/>
          <p:nvPr/>
        </p:nvSpPr>
        <p:spPr>
          <a:xfrm rot="16200000">
            <a:off x="1038076" y="736643"/>
            <a:ext cx="360803" cy="1489913"/>
          </a:xfrm>
          <a:prstGeom prst="leftBrace">
            <a:avLst>
              <a:gd name="adj1" fmla="val 8333"/>
              <a:gd name="adj2" fmla="val 38621"/>
            </a:avLst>
          </a:prstGeom>
          <a:ln>
            <a:solidFill>
              <a:schemeClr val="accent2">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FI"/>
          </a:p>
        </p:txBody>
      </p:sp>
      <p:pic>
        <p:nvPicPr>
          <p:cNvPr id="7" name="Graphic 6" descr="Body builder with solid fill">
            <a:extLst>
              <a:ext uri="{FF2B5EF4-FFF2-40B4-BE49-F238E27FC236}">
                <a16:creationId xmlns:a16="http://schemas.microsoft.com/office/drawing/2014/main" id="{8C62E6B6-3A1B-71AE-3895-8ED548DDAF94}"/>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2774217" y="4453351"/>
            <a:ext cx="914400" cy="914400"/>
          </a:xfrm>
          <a:prstGeom prst="rect">
            <a:avLst/>
          </a:prstGeom>
        </p:spPr>
      </p:pic>
    </p:spTree>
    <p:extLst>
      <p:ext uri="{BB962C8B-B14F-4D97-AF65-F5344CB8AC3E}">
        <p14:creationId xmlns:p14="http://schemas.microsoft.com/office/powerpoint/2010/main" val="42968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05E9A03-6EBF-FA22-E296-E2A57644C101}"/>
              </a:ext>
            </a:extLst>
          </p:cNvPr>
          <p:cNvPicPr>
            <a:picLocks noChangeAspect="1"/>
          </p:cNvPicPr>
          <p:nvPr/>
        </p:nvPicPr>
        <p:blipFill>
          <a:blip r:embed="rId2"/>
          <a:stretch>
            <a:fillRect/>
          </a:stretch>
        </p:blipFill>
        <p:spPr>
          <a:xfrm>
            <a:off x="4697556" y="2060372"/>
            <a:ext cx="2605118" cy="2594309"/>
          </a:xfrm>
          <a:prstGeom prst="rect">
            <a:avLst/>
          </a:prstGeom>
        </p:spPr>
      </p:pic>
      <p:sp>
        <p:nvSpPr>
          <p:cNvPr id="6" name="TextBox 5">
            <a:extLst>
              <a:ext uri="{FF2B5EF4-FFF2-40B4-BE49-F238E27FC236}">
                <a16:creationId xmlns:a16="http://schemas.microsoft.com/office/drawing/2014/main" id="{FE83CC7C-197D-32DC-4318-3181F38A032D}"/>
              </a:ext>
            </a:extLst>
          </p:cNvPr>
          <p:cNvSpPr txBox="1"/>
          <p:nvPr/>
        </p:nvSpPr>
        <p:spPr>
          <a:xfrm>
            <a:off x="4597052" y="1753644"/>
            <a:ext cx="2868460" cy="369332"/>
          </a:xfrm>
          <a:prstGeom prst="rect">
            <a:avLst/>
          </a:prstGeom>
          <a:noFill/>
        </p:spPr>
        <p:txBody>
          <a:bodyPr wrap="square" rtlCol="0">
            <a:spAutoFit/>
          </a:bodyPr>
          <a:lstStyle/>
          <a:p>
            <a:r>
              <a:rPr lang="en-US" dirty="0"/>
              <a:t>  Positive             Negative</a:t>
            </a:r>
            <a:endParaRPr lang="en-FI" dirty="0"/>
          </a:p>
        </p:txBody>
      </p:sp>
      <p:sp>
        <p:nvSpPr>
          <p:cNvPr id="7" name="TextBox 6">
            <a:extLst>
              <a:ext uri="{FF2B5EF4-FFF2-40B4-BE49-F238E27FC236}">
                <a16:creationId xmlns:a16="http://schemas.microsoft.com/office/drawing/2014/main" id="{B6380ADF-69A5-6BF5-7F3B-60B7D572A871}"/>
              </a:ext>
            </a:extLst>
          </p:cNvPr>
          <p:cNvSpPr txBox="1"/>
          <p:nvPr/>
        </p:nvSpPr>
        <p:spPr>
          <a:xfrm>
            <a:off x="4434509" y="2326999"/>
            <a:ext cx="2705622" cy="707886"/>
          </a:xfrm>
          <a:prstGeom prst="rect">
            <a:avLst/>
          </a:prstGeom>
          <a:noFill/>
        </p:spPr>
        <p:txBody>
          <a:bodyPr wrap="square" rtlCol="0">
            <a:spAutoFit/>
          </a:bodyPr>
          <a:lstStyle/>
          <a:p>
            <a:r>
              <a:rPr lang="en-US" dirty="0"/>
              <a:t>           </a:t>
            </a:r>
            <a:r>
              <a:rPr lang="en-US" sz="4000" b="1" dirty="0"/>
              <a:t>TP       </a:t>
            </a:r>
            <a:r>
              <a:rPr lang="en-US" sz="4000" b="1" dirty="0">
                <a:solidFill>
                  <a:schemeClr val="bg1"/>
                </a:solidFill>
              </a:rPr>
              <a:t>FN</a:t>
            </a:r>
            <a:endParaRPr lang="en-FI" sz="3600" b="1" dirty="0">
              <a:solidFill>
                <a:schemeClr val="bg1"/>
              </a:solidFill>
            </a:endParaRPr>
          </a:p>
        </p:txBody>
      </p:sp>
      <p:sp>
        <p:nvSpPr>
          <p:cNvPr id="8" name="TextBox 7">
            <a:extLst>
              <a:ext uri="{FF2B5EF4-FFF2-40B4-BE49-F238E27FC236}">
                <a16:creationId xmlns:a16="http://schemas.microsoft.com/office/drawing/2014/main" id="{53D373CC-38FF-8D66-7B60-BF9159734683}"/>
              </a:ext>
            </a:extLst>
          </p:cNvPr>
          <p:cNvSpPr txBox="1"/>
          <p:nvPr/>
        </p:nvSpPr>
        <p:spPr>
          <a:xfrm>
            <a:off x="4534718" y="3669939"/>
            <a:ext cx="2705622" cy="646331"/>
          </a:xfrm>
          <a:prstGeom prst="rect">
            <a:avLst/>
          </a:prstGeom>
          <a:noFill/>
        </p:spPr>
        <p:txBody>
          <a:bodyPr wrap="square" rtlCol="0">
            <a:spAutoFit/>
          </a:bodyPr>
          <a:lstStyle/>
          <a:p>
            <a:r>
              <a:rPr lang="en-US" dirty="0"/>
              <a:t>           </a:t>
            </a:r>
            <a:r>
              <a:rPr lang="en-US" sz="3600" b="1" dirty="0">
                <a:solidFill>
                  <a:schemeClr val="bg1"/>
                </a:solidFill>
              </a:rPr>
              <a:t>FP</a:t>
            </a:r>
            <a:r>
              <a:rPr lang="en-US" sz="3600" b="1" dirty="0"/>
              <a:t>         </a:t>
            </a:r>
            <a:r>
              <a:rPr lang="en-US" sz="3600" b="1" dirty="0">
                <a:solidFill>
                  <a:schemeClr val="bg1"/>
                </a:solidFill>
              </a:rPr>
              <a:t>TN</a:t>
            </a:r>
            <a:endParaRPr lang="en-FI" sz="3600" b="1" dirty="0">
              <a:solidFill>
                <a:schemeClr val="bg1"/>
              </a:solidFill>
            </a:endParaRPr>
          </a:p>
        </p:txBody>
      </p:sp>
    </p:spTree>
    <p:extLst>
      <p:ext uri="{BB962C8B-B14F-4D97-AF65-F5344CB8AC3E}">
        <p14:creationId xmlns:p14="http://schemas.microsoft.com/office/powerpoint/2010/main" val="2018490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e56284ef-0a23-489c-b31c-75ed6cf03d6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26B68996E41364CBC6155BC7A3E1EC3" ma:contentTypeVersion="10" ma:contentTypeDescription="Create a new document." ma:contentTypeScope="" ma:versionID="2e925d967226cad2729fd44168c3870a">
  <xsd:schema xmlns:xsd="http://www.w3.org/2001/XMLSchema" xmlns:xs="http://www.w3.org/2001/XMLSchema" xmlns:p="http://schemas.microsoft.com/office/2006/metadata/properties" xmlns:ns3="e56284ef-0a23-489c-b31c-75ed6cf03d65" targetNamespace="http://schemas.microsoft.com/office/2006/metadata/properties" ma:root="true" ma:fieldsID="a3e7be95406018722dc9ca9f6cb6eeaf" ns3:_="">
    <xsd:import namespace="e56284ef-0a23-489c-b31c-75ed6cf03d65"/>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SystemTags" minOccurs="0"/>
                <xsd:element ref="ns3:MediaServiceGenerationTime" minOccurs="0"/>
                <xsd:element ref="ns3:MediaServiceEventHashCode" minOccurs="0"/>
                <xsd:element ref="ns3:MediaLengthInSecond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6284ef-0a23-489c-b31c-75ed6cf03d65"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OCR" ma:index="17"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9360A71-6530-4DA6-9A0C-1BA88B98DD08}">
  <ds:schemaRefs>
    <ds:schemaRef ds:uri="http://schemas.microsoft.com/sharepoint/v3/contenttype/forms"/>
  </ds:schemaRefs>
</ds:datastoreItem>
</file>

<file path=customXml/itemProps2.xml><?xml version="1.0" encoding="utf-8"?>
<ds:datastoreItem xmlns:ds="http://schemas.openxmlformats.org/officeDocument/2006/customXml" ds:itemID="{ECD578E8-4A26-4BF9-9112-FE9242138992}">
  <ds:schemaRefs>
    <ds:schemaRef ds:uri="http://schemas.openxmlformats.org/package/2006/metadata/core-properties"/>
    <ds:schemaRef ds:uri="http://schemas.microsoft.com/office/infopath/2007/PartnerControls"/>
    <ds:schemaRef ds:uri="http://purl.org/dc/terms/"/>
    <ds:schemaRef ds:uri="http://schemas.microsoft.com/office/2006/documentManagement/types"/>
    <ds:schemaRef ds:uri="e56284ef-0a23-489c-b31c-75ed6cf03d65"/>
    <ds:schemaRef ds:uri="http://purl.org/dc/elements/1.1/"/>
    <ds:schemaRef ds:uri="http://purl.org/dc/dcmitype/"/>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9C2CBD37-1E12-4C20-B75A-5AEE238FB05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56284ef-0a23-489c-b31c-75ed6cf03d6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690</TotalTime>
  <Words>328</Words>
  <Application>Microsoft Office PowerPoint</Application>
  <PresentationFormat>Widescreen</PresentationFormat>
  <Paragraphs>40</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Aptos</vt:lpstr>
      <vt:lpstr>Aptos Display</vt:lpstr>
      <vt:lpstr>Arial</vt:lpstr>
      <vt:lpstr>Calibri</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SILVIA ESPINOSA GRANADOS</dc:creator>
  <cp:lastModifiedBy>SILVIA ESPINOSA GRANADOS</cp:lastModifiedBy>
  <cp:revision>2</cp:revision>
  <dcterms:created xsi:type="dcterms:W3CDTF">2025-11-14T12:03:06Z</dcterms:created>
  <dcterms:modified xsi:type="dcterms:W3CDTF">2025-11-16T20:41:43Z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0x010100326B68996E41364CBC6155BC7A3E1EC3</vt:lpwstr>
  </property>
</Properties>
</file>